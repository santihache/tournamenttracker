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2" r:id="rId2"/>
    <p:sldId id="256" r:id="rId3"/>
    <p:sldId id="257" r:id="rId4"/>
    <p:sldId id="258" r:id="rId5"/>
    <p:sldId id="259" r:id="rId6"/>
    <p:sldId id="263" r:id="rId7"/>
    <p:sldId id="26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BCF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iago Hadad" userId="e755a1e9-e753-4f5a-8a64-4025844701a4" providerId="ADAL" clId="{A7787BA6-F040-4C98-BF2A-E700960873CC}"/>
    <pc:docChg chg="undo custSel addSld delSld modSld sldOrd">
      <pc:chgData name="Santiago Hadad" userId="e755a1e9-e753-4f5a-8a64-4025844701a4" providerId="ADAL" clId="{A7787BA6-F040-4C98-BF2A-E700960873CC}" dt="2026-03-18T18:59:01.365" v="2219" actId="20577"/>
      <pc:docMkLst>
        <pc:docMk/>
      </pc:docMkLst>
      <pc:sldChg chg="addSp delSp modSp mod ord">
        <pc:chgData name="Santiago Hadad" userId="e755a1e9-e753-4f5a-8a64-4025844701a4" providerId="ADAL" clId="{A7787BA6-F040-4C98-BF2A-E700960873CC}" dt="2026-03-18T14:29:37.884" v="1492" actId="164"/>
        <pc:sldMkLst>
          <pc:docMk/>
          <pc:sldMk cId="0" sldId="256"/>
        </pc:sldMkLst>
        <pc:spChg chg="mod">
          <ac:chgData name="Santiago Hadad" userId="e755a1e9-e753-4f5a-8a64-4025844701a4" providerId="ADAL" clId="{A7787BA6-F040-4C98-BF2A-E700960873CC}" dt="2026-03-18T14:29:37.884" v="1492" actId="164"/>
          <ac:spMkLst>
            <pc:docMk/>
            <pc:sldMk cId="0" sldId="256"/>
            <ac:spMk id="49" creationId="{00000000-0000-0000-0000-000000000000}"/>
          </ac:spMkLst>
        </pc:spChg>
        <pc:spChg chg="del">
          <ac:chgData name="Santiago Hadad" userId="e755a1e9-e753-4f5a-8a64-4025844701a4" providerId="ADAL" clId="{A7787BA6-F040-4C98-BF2A-E700960873CC}" dt="2026-03-17T19:47:59.363" v="2" actId="478"/>
          <ac:spMkLst>
            <pc:docMk/>
            <pc:sldMk cId="0" sldId="256"/>
            <ac:spMk id="50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29:37.884" v="1492" actId="164"/>
          <ac:spMkLst>
            <pc:docMk/>
            <pc:sldMk cId="0" sldId="256"/>
            <ac:spMk id="51" creationId="{00000000-0000-0000-0000-000000000000}"/>
          </ac:spMkLst>
        </pc:spChg>
        <pc:grpChg chg="add mod">
          <ac:chgData name="Santiago Hadad" userId="e755a1e9-e753-4f5a-8a64-4025844701a4" providerId="ADAL" clId="{A7787BA6-F040-4C98-BF2A-E700960873CC}" dt="2026-03-18T14:29:37.884" v="1492" actId="164"/>
          <ac:grpSpMkLst>
            <pc:docMk/>
            <pc:sldMk cId="0" sldId="256"/>
            <ac:grpSpMk id="44" creationId="{D21EE544-7FC6-09B6-E77F-F8836F5787FA}"/>
          </ac:grpSpMkLst>
        </pc:grpChg>
        <pc:picChg chg="add mod">
          <ac:chgData name="Santiago Hadad" userId="e755a1e9-e753-4f5a-8a64-4025844701a4" providerId="ADAL" clId="{A7787BA6-F040-4C98-BF2A-E700960873CC}" dt="2026-03-18T14:29:22.249" v="1491" actId="1076"/>
          <ac:picMkLst>
            <pc:docMk/>
            <pc:sldMk cId="0" sldId="256"/>
            <ac:picMk id="3" creationId="{A6387423-A050-F6FC-EEB4-9754E88C000E}"/>
          </ac:picMkLst>
        </pc:picChg>
        <pc:picChg chg="mod">
          <ac:chgData name="Santiago Hadad" userId="e755a1e9-e753-4f5a-8a64-4025844701a4" providerId="ADAL" clId="{A7787BA6-F040-4C98-BF2A-E700960873CC}" dt="2026-03-18T14:29:37.884" v="1492" actId="164"/>
          <ac:picMkLst>
            <pc:docMk/>
            <pc:sldMk cId="0" sldId="256"/>
            <ac:picMk id="53" creationId="{CF048E3C-9AD8-2B4F-8155-660338F244E9}"/>
          </ac:picMkLst>
        </pc:picChg>
      </pc:sldChg>
      <pc:sldChg chg="addSp delSp modSp mod modAnim">
        <pc:chgData name="Santiago Hadad" userId="e755a1e9-e753-4f5a-8a64-4025844701a4" providerId="ADAL" clId="{A7787BA6-F040-4C98-BF2A-E700960873CC}" dt="2026-03-18T16:04:18.378" v="2161"/>
        <pc:sldMkLst>
          <pc:docMk/>
          <pc:sldMk cId="0" sldId="257"/>
        </pc:sldMkLst>
        <pc:spChg chg="mod">
          <ac:chgData name="Santiago Hadad" userId="e755a1e9-e753-4f5a-8a64-4025844701a4" providerId="ADAL" clId="{A7787BA6-F040-4C98-BF2A-E700960873CC}" dt="2026-03-18T14:45:58.929" v="1926" actId="1076"/>
          <ac:spMkLst>
            <pc:docMk/>
            <pc:sldMk cId="0" sldId="257"/>
            <ac:spMk id="3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46:40.796" v="1964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3:10:17.180" v="649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46:30.298" v="1963" actId="1035"/>
          <ac:spMkLst>
            <pc:docMk/>
            <pc:sldMk cId="0" sldId="257"/>
            <ac:spMk id="6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46:30.298" v="1963" actId="1035"/>
          <ac:spMkLst>
            <pc:docMk/>
            <pc:sldMk cId="0" sldId="257"/>
            <ac:spMk id="7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46:30.298" v="1963" actId="1035"/>
          <ac:spMkLst>
            <pc:docMk/>
            <pc:sldMk cId="0" sldId="257"/>
            <ac:spMk id="8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46:30.298" v="1963" actId="1035"/>
          <ac:spMkLst>
            <pc:docMk/>
            <pc:sldMk cId="0" sldId="257"/>
            <ac:spMk id="9" creationId="{00000000-0000-0000-0000-000000000000}"/>
          </ac:spMkLst>
        </pc:spChg>
        <pc:spChg chg="del">
          <ac:chgData name="Santiago Hadad" userId="e755a1e9-e753-4f5a-8a64-4025844701a4" providerId="ADAL" clId="{A7787BA6-F040-4C98-BF2A-E700960873CC}" dt="2026-03-17T20:38:20.247" v="506" actId="478"/>
          <ac:spMkLst>
            <pc:docMk/>
            <pc:sldMk cId="0" sldId="257"/>
            <ac:spMk id="10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46:19.887" v="1942" actId="103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46:19.887" v="1942" actId="103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46:19.887" v="1942" actId="103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46:19.887" v="1942" actId="1036"/>
          <ac:spMkLst>
            <pc:docMk/>
            <pc:sldMk cId="0" sldId="257"/>
            <ac:spMk id="14" creationId="{00000000-0000-0000-0000-000000000000}"/>
          </ac:spMkLst>
        </pc:spChg>
        <pc:spChg chg="del">
          <ac:chgData name="Santiago Hadad" userId="e755a1e9-e753-4f5a-8a64-4025844701a4" providerId="ADAL" clId="{A7787BA6-F040-4C98-BF2A-E700960873CC}" dt="2026-03-17T20:38:29.079" v="519" actId="478"/>
          <ac:spMkLst>
            <pc:docMk/>
            <pc:sldMk cId="0" sldId="257"/>
            <ac:spMk id="15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46:13.586" v="1929" actId="14100"/>
          <ac:spMkLst>
            <pc:docMk/>
            <pc:sldMk cId="0" sldId="257"/>
            <ac:spMk id="16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46:13.586" v="1929" actId="14100"/>
          <ac:spMkLst>
            <pc:docMk/>
            <pc:sldMk cId="0" sldId="257"/>
            <ac:spMk id="17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46:13.586" v="1929" actId="14100"/>
          <ac:spMkLst>
            <pc:docMk/>
            <pc:sldMk cId="0" sldId="257"/>
            <ac:spMk id="18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46:13.586" v="1929" actId="14100"/>
          <ac:spMkLst>
            <pc:docMk/>
            <pc:sldMk cId="0" sldId="257"/>
            <ac:spMk id="19" creationId="{00000000-0000-0000-0000-000000000000}"/>
          </ac:spMkLst>
        </pc:spChg>
        <pc:spChg chg="del">
          <ac:chgData name="Santiago Hadad" userId="e755a1e9-e753-4f5a-8a64-4025844701a4" providerId="ADAL" clId="{A7787BA6-F040-4C98-BF2A-E700960873CC}" dt="2026-03-17T20:38:55.851" v="601" actId="478"/>
          <ac:spMkLst>
            <pc:docMk/>
            <pc:sldMk cId="0" sldId="257"/>
            <ac:spMk id="20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29:40.202" v="1493"/>
          <ac:spMkLst>
            <pc:docMk/>
            <pc:sldMk cId="0" sldId="257"/>
            <ac:spMk id="22" creationId="{527A9E91-3557-96C4-D9BE-987F40DE05D5}"/>
          </ac:spMkLst>
        </pc:spChg>
        <pc:spChg chg="mod">
          <ac:chgData name="Santiago Hadad" userId="e755a1e9-e753-4f5a-8a64-4025844701a4" providerId="ADAL" clId="{A7787BA6-F040-4C98-BF2A-E700960873CC}" dt="2026-03-18T14:29:40.202" v="1493"/>
          <ac:spMkLst>
            <pc:docMk/>
            <pc:sldMk cId="0" sldId="257"/>
            <ac:spMk id="23" creationId="{ADFA48A3-6FC9-9566-80C1-F7F22214A000}"/>
          </ac:spMkLst>
        </pc:spChg>
        <pc:spChg chg="add del mod">
          <ac:chgData name="Santiago Hadad" userId="e755a1e9-e753-4f5a-8a64-4025844701a4" providerId="ADAL" clId="{A7787BA6-F040-4C98-BF2A-E700960873CC}" dt="2026-03-18T14:46:50.879" v="1967" actId="478"/>
          <ac:spMkLst>
            <pc:docMk/>
            <pc:sldMk cId="0" sldId="257"/>
            <ac:spMk id="26" creationId="{B1913F2E-4ABB-337E-475F-12179CC17289}"/>
          </ac:spMkLst>
        </pc:spChg>
        <pc:spChg chg="mod ord topLvl">
          <ac:chgData name="Santiago Hadad" userId="e755a1e9-e753-4f5a-8a64-4025844701a4" providerId="ADAL" clId="{A7787BA6-F040-4C98-BF2A-E700960873CC}" dt="2026-03-18T15:44:53.235" v="2121" actId="1076"/>
          <ac:spMkLst>
            <pc:docMk/>
            <pc:sldMk cId="0" sldId="257"/>
            <ac:spMk id="28" creationId="{12314517-AA24-2BE9-7986-41663C2A4BA9}"/>
          </ac:spMkLst>
        </pc:spChg>
        <pc:spChg chg="del mod topLvl">
          <ac:chgData name="Santiago Hadad" userId="e755a1e9-e753-4f5a-8a64-4025844701a4" providerId="ADAL" clId="{A7787BA6-F040-4C98-BF2A-E700960873CC}" dt="2026-03-18T14:47:03.980" v="1973" actId="478"/>
          <ac:spMkLst>
            <pc:docMk/>
            <pc:sldMk cId="0" sldId="257"/>
            <ac:spMk id="29" creationId="{91EE084A-858D-0360-8F8A-E34D4D461564}"/>
          </ac:spMkLst>
        </pc:spChg>
        <pc:grpChg chg="add mod">
          <ac:chgData name="Santiago Hadad" userId="e755a1e9-e753-4f5a-8a64-4025844701a4" providerId="ADAL" clId="{A7787BA6-F040-4C98-BF2A-E700960873CC}" dt="2026-03-18T14:29:40.202" v="1493"/>
          <ac:grpSpMkLst>
            <pc:docMk/>
            <pc:sldMk cId="0" sldId="257"/>
            <ac:grpSpMk id="21" creationId="{F8642B4F-DF07-2D1E-21EF-DD223C96E221}"/>
          </ac:grpSpMkLst>
        </pc:grpChg>
        <pc:grpChg chg="add del mod">
          <ac:chgData name="Santiago Hadad" userId="e755a1e9-e753-4f5a-8a64-4025844701a4" providerId="ADAL" clId="{A7787BA6-F040-4C98-BF2A-E700960873CC}" dt="2026-03-18T14:47:03.980" v="1973" actId="478"/>
          <ac:grpSpMkLst>
            <pc:docMk/>
            <pc:sldMk cId="0" sldId="257"/>
            <ac:grpSpMk id="27" creationId="{F1A0D7BF-8518-C77B-A550-5D7154B45A51}"/>
          </ac:grpSpMkLst>
        </pc:grpChg>
        <pc:picChg chg="mod">
          <ac:chgData name="Santiago Hadad" userId="e755a1e9-e753-4f5a-8a64-4025844701a4" providerId="ADAL" clId="{A7787BA6-F040-4C98-BF2A-E700960873CC}" dt="2026-03-18T14:29:40.202" v="1493"/>
          <ac:picMkLst>
            <pc:docMk/>
            <pc:sldMk cId="0" sldId="257"/>
            <ac:picMk id="24" creationId="{7B911516-4CF7-9BE1-D0B9-FFFD09762958}"/>
          </ac:picMkLst>
        </pc:picChg>
        <pc:picChg chg="add mod">
          <ac:chgData name="Santiago Hadad" userId="e755a1e9-e753-4f5a-8a64-4025844701a4" providerId="ADAL" clId="{A7787BA6-F040-4C98-BF2A-E700960873CC}" dt="2026-03-18T14:45:50.455" v="1924" actId="1076"/>
          <ac:picMkLst>
            <pc:docMk/>
            <pc:sldMk cId="0" sldId="257"/>
            <ac:picMk id="25" creationId="{DA731EF7-7BD9-552B-DB86-89E03C0CD47D}"/>
          </ac:picMkLst>
        </pc:picChg>
        <pc:picChg chg="del mod">
          <ac:chgData name="Santiago Hadad" userId="e755a1e9-e753-4f5a-8a64-4025844701a4" providerId="ADAL" clId="{A7787BA6-F040-4C98-BF2A-E700960873CC}" dt="2026-03-18T14:47:01.723" v="1971" actId="478"/>
          <ac:picMkLst>
            <pc:docMk/>
            <pc:sldMk cId="0" sldId="257"/>
            <ac:picMk id="30" creationId="{F128F2F9-8DF8-E1FD-D6BB-9A055882E458}"/>
          </ac:picMkLst>
        </pc:picChg>
      </pc:sldChg>
      <pc:sldChg chg="addSp delSp modSp mod modAnim">
        <pc:chgData name="Santiago Hadad" userId="e755a1e9-e753-4f5a-8a64-4025844701a4" providerId="ADAL" clId="{A7787BA6-F040-4C98-BF2A-E700960873CC}" dt="2026-03-18T16:05:06.417" v="2167"/>
        <pc:sldMkLst>
          <pc:docMk/>
          <pc:sldMk cId="0" sldId="258"/>
        </pc:sldMkLst>
        <pc:spChg chg="mod">
          <ac:chgData name="Santiago Hadad" userId="e755a1e9-e753-4f5a-8a64-4025844701a4" providerId="ADAL" clId="{A7787BA6-F040-4C98-BF2A-E700960873CC}" dt="2026-03-18T14:47:30.090" v="1991" actId="1036"/>
          <ac:spMkLst>
            <pc:docMk/>
            <pc:sldMk cId="0" sldId="258"/>
            <ac:spMk id="3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47:23.961" v="1976" actId="14100"/>
          <ac:spMkLst>
            <pc:docMk/>
            <pc:sldMk cId="0" sldId="258"/>
            <ac:spMk id="4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3:11:38.539" v="845" actId="114"/>
          <ac:spMkLst>
            <pc:docMk/>
            <pc:sldMk cId="0" sldId="258"/>
            <ac:spMk id="8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3:11:34.206" v="844" actId="20577"/>
          <ac:spMkLst>
            <pc:docMk/>
            <pc:sldMk cId="0" sldId="258"/>
            <ac:spMk id="9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3:12:23.691" v="903" actId="20577"/>
          <ac:spMkLst>
            <pc:docMk/>
            <pc:sldMk cId="0" sldId="258"/>
            <ac:spMk id="13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3:12:44.976" v="970" actId="20577"/>
          <ac:spMkLst>
            <pc:docMk/>
            <pc:sldMk cId="0" sldId="258"/>
            <ac:spMk id="14" creationId="{00000000-0000-0000-0000-000000000000}"/>
          </ac:spMkLst>
        </pc:spChg>
        <pc:spChg chg="mod ord">
          <ac:chgData name="Santiago Hadad" userId="e755a1e9-e753-4f5a-8a64-4025844701a4" providerId="ADAL" clId="{A7787BA6-F040-4C98-BF2A-E700960873CC}" dt="2026-03-18T14:28:16.196" v="1318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11:34.365" v="1007" actId="20577"/>
          <ac:spMkLst>
            <pc:docMk/>
            <pc:sldMk cId="0" sldId="258"/>
            <ac:spMk id="18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11:48.841" v="1113" actId="20577"/>
          <ac:spMkLst>
            <pc:docMk/>
            <pc:sldMk cId="0" sldId="258"/>
            <ac:spMk id="19" creationId="{00000000-0000-0000-0000-000000000000}"/>
          </ac:spMkLst>
        </pc:spChg>
        <pc:spChg chg="del mod">
          <ac:chgData name="Santiago Hadad" userId="e755a1e9-e753-4f5a-8a64-4025844701a4" providerId="ADAL" clId="{A7787BA6-F040-4C98-BF2A-E700960873CC}" dt="2026-03-18T14:47:35.639" v="1994" actId="478"/>
          <ac:spMkLst>
            <pc:docMk/>
            <pc:sldMk cId="0" sldId="258"/>
            <ac:spMk id="22" creationId="{00000000-0000-0000-0000-000000000000}"/>
          </ac:spMkLst>
        </pc:spChg>
        <pc:spChg chg="add mod">
          <ac:chgData name="Santiago Hadad" userId="e755a1e9-e753-4f5a-8a64-4025844701a4" providerId="ADAL" clId="{A7787BA6-F040-4C98-BF2A-E700960873CC}" dt="2026-03-18T15:43:48.901" v="2117"/>
          <ac:spMkLst>
            <pc:docMk/>
            <pc:sldMk cId="0" sldId="258"/>
            <ac:spMk id="22" creationId="{C59E8B77-A748-110C-E8AD-57D28EECA3C1}"/>
          </ac:spMkLst>
        </pc:spChg>
        <pc:spChg chg="mod">
          <ac:chgData name="Santiago Hadad" userId="e755a1e9-e753-4f5a-8a64-4025844701a4" providerId="ADAL" clId="{A7787BA6-F040-4C98-BF2A-E700960873CC}" dt="2026-03-18T14:19:13.061" v="1149" actId="20577"/>
          <ac:spMkLst>
            <pc:docMk/>
            <pc:sldMk cId="0" sldId="258"/>
            <ac:spMk id="23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23:14.385" v="1262" actId="20577"/>
          <ac:spMkLst>
            <pc:docMk/>
            <pc:sldMk cId="0" sldId="258"/>
            <ac:spMk id="24" creationId="{00000000-0000-0000-0000-000000000000}"/>
          </ac:spMkLst>
        </pc:spChg>
        <pc:spChg chg="del mod">
          <ac:chgData name="Santiago Hadad" userId="e755a1e9-e753-4f5a-8a64-4025844701a4" providerId="ADAL" clId="{A7787BA6-F040-4C98-BF2A-E700960873CC}" dt="2026-03-18T14:47:37.140" v="1995" actId="478"/>
          <ac:spMkLst>
            <pc:docMk/>
            <pc:sldMk cId="0" sldId="258"/>
            <ac:spMk id="27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28:19.883" v="1337" actId="20577"/>
          <ac:spMkLst>
            <pc:docMk/>
            <pc:sldMk cId="0" sldId="258"/>
            <ac:spMk id="28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28:27.936" v="1378" actId="20577"/>
          <ac:spMkLst>
            <pc:docMk/>
            <pc:sldMk cId="0" sldId="258"/>
            <ac:spMk id="29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28:32.770" v="1379" actId="6549"/>
          <ac:spMkLst>
            <pc:docMk/>
            <pc:sldMk cId="0" sldId="258"/>
            <ac:spMk id="33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28:55.883" v="1487" actId="20577"/>
          <ac:spMkLst>
            <pc:docMk/>
            <pc:sldMk cId="0" sldId="258"/>
            <ac:spMk id="34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29:43.353" v="1494"/>
          <ac:spMkLst>
            <pc:docMk/>
            <pc:sldMk cId="0" sldId="258"/>
            <ac:spMk id="46" creationId="{047C0143-F2DE-638F-3EA4-061C5E29AD9A}"/>
          </ac:spMkLst>
        </pc:spChg>
        <pc:spChg chg="mod">
          <ac:chgData name="Santiago Hadad" userId="e755a1e9-e753-4f5a-8a64-4025844701a4" providerId="ADAL" clId="{A7787BA6-F040-4C98-BF2A-E700960873CC}" dt="2026-03-18T14:29:43.353" v="1494"/>
          <ac:spMkLst>
            <pc:docMk/>
            <pc:sldMk cId="0" sldId="258"/>
            <ac:spMk id="47" creationId="{A21654E4-3661-8F85-2B1B-95093CA7E51C}"/>
          </ac:spMkLst>
        </pc:spChg>
        <pc:spChg chg="add mod">
          <ac:chgData name="Santiago Hadad" userId="e755a1e9-e753-4f5a-8a64-4025844701a4" providerId="ADAL" clId="{A7787BA6-F040-4C98-BF2A-E700960873CC}" dt="2026-03-18T15:44:56.278" v="2122" actId="1076"/>
          <ac:spMkLst>
            <pc:docMk/>
            <pc:sldMk cId="0" sldId="258"/>
            <ac:spMk id="49" creationId="{E98F11DC-6D49-3B20-EED5-50248A22F503}"/>
          </ac:spMkLst>
        </pc:spChg>
        <pc:spChg chg="add mod">
          <ac:chgData name="Santiago Hadad" userId="e755a1e9-e753-4f5a-8a64-4025844701a4" providerId="ADAL" clId="{A7787BA6-F040-4C98-BF2A-E700960873CC}" dt="2026-03-18T14:47:32.940" v="1993" actId="1036"/>
          <ac:spMkLst>
            <pc:docMk/>
            <pc:sldMk cId="0" sldId="258"/>
            <ac:spMk id="50" creationId="{683987CB-DD16-9BC5-FA3E-49E5FDC93593}"/>
          </ac:spMkLst>
        </pc:spChg>
        <pc:grpChg chg="add mod">
          <ac:chgData name="Santiago Hadad" userId="e755a1e9-e753-4f5a-8a64-4025844701a4" providerId="ADAL" clId="{A7787BA6-F040-4C98-BF2A-E700960873CC}" dt="2026-03-18T14:29:43.353" v="1494"/>
          <ac:grpSpMkLst>
            <pc:docMk/>
            <pc:sldMk cId="0" sldId="258"/>
            <ac:grpSpMk id="45" creationId="{1252CA4E-700B-3D68-656C-BCC4FAF11C80}"/>
          </ac:grpSpMkLst>
        </pc:grpChg>
        <pc:picChg chg="add del mod">
          <ac:chgData name="Santiago Hadad" userId="e755a1e9-e753-4f5a-8a64-4025844701a4" providerId="ADAL" clId="{A7787BA6-F040-4C98-BF2A-E700960873CC}" dt="2026-03-18T14:18:38.276" v="1129" actId="478"/>
          <ac:picMkLst>
            <pc:docMk/>
            <pc:sldMk cId="0" sldId="258"/>
            <ac:picMk id="36" creationId="{827A31F2-EE4C-187B-0D5C-113E20FEFFA4}"/>
          </ac:picMkLst>
        </pc:picChg>
        <pc:picChg chg="add del mod">
          <ac:chgData name="Santiago Hadad" userId="e755a1e9-e753-4f5a-8a64-4025844701a4" providerId="ADAL" clId="{A7787BA6-F040-4C98-BF2A-E700960873CC}" dt="2026-03-18T14:18:36.444" v="1128" actId="478"/>
          <ac:picMkLst>
            <pc:docMk/>
            <pc:sldMk cId="0" sldId="258"/>
            <ac:picMk id="38" creationId="{9B0DE6C4-C571-0918-650C-7C60B5A91592}"/>
          </ac:picMkLst>
        </pc:picChg>
        <pc:picChg chg="add del mod">
          <ac:chgData name="Santiago Hadad" userId="e755a1e9-e753-4f5a-8a64-4025844701a4" providerId="ADAL" clId="{A7787BA6-F040-4C98-BF2A-E700960873CC}" dt="2026-03-18T14:27:44.555" v="1313" actId="478"/>
          <ac:picMkLst>
            <pc:docMk/>
            <pc:sldMk cId="0" sldId="258"/>
            <ac:picMk id="40" creationId="{89FDD11F-2A3F-716F-3A3E-FF63EBCACCB8}"/>
          </ac:picMkLst>
        </pc:picChg>
        <pc:picChg chg="add mod">
          <ac:chgData name="Santiago Hadad" userId="e755a1e9-e753-4f5a-8a64-4025844701a4" providerId="ADAL" clId="{A7787BA6-F040-4C98-BF2A-E700960873CC}" dt="2026-03-18T14:22:55.946" v="1156" actId="1076"/>
          <ac:picMkLst>
            <pc:docMk/>
            <pc:sldMk cId="0" sldId="258"/>
            <ac:picMk id="42" creationId="{E1718E98-334C-9EB7-68B6-7898A8929E4E}"/>
          </ac:picMkLst>
        </pc:picChg>
        <pc:picChg chg="add mod">
          <ac:chgData name="Santiago Hadad" userId="e755a1e9-e753-4f5a-8a64-4025844701a4" providerId="ADAL" clId="{A7787BA6-F040-4C98-BF2A-E700960873CC}" dt="2026-03-18T14:27:42.753" v="1312" actId="1076"/>
          <ac:picMkLst>
            <pc:docMk/>
            <pc:sldMk cId="0" sldId="258"/>
            <ac:picMk id="44" creationId="{2DA389C5-CCBB-D8BA-0A6F-4C8B18744C0C}"/>
          </ac:picMkLst>
        </pc:picChg>
        <pc:picChg chg="mod">
          <ac:chgData name="Santiago Hadad" userId="e755a1e9-e753-4f5a-8a64-4025844701a4" providerId="ADAL" clId="{A7787BA6-F040-4C98-BF2A-E700960873CC}" dt="2026-03-18T14:29:43.353" v="1494"/>
          <ac:picMkLst>
            <pc:docMk/>
            <pc:sldMk cId="0" sldId="258"/>
            <ac:picMk id="48" creationId="{45BD5A06-ACC1-ED46-8900-9456FD419670}"/>
          </ac:picMkLst>
        </pc:picChg>
        <pc:picChg chg="add mod">
          <ac:chgData name="Santiago Hadad" userId="e755a1e9-e753-4f5a-8a64-4025844701a4" providerId="ADAL" clId="{A7787BA6-F040-4C98-BF2A-E700960873CC}" dt="2026-03-18T14:47:19.196" v="1975"/>
          <ac:picMkLst>
            <pc:docMk/>
            <pc:sldMk cId="0" sldId="258"/>
            <ac:picMk id="51" creationId="{7C5B0A59-62E9-4EE5-F676-0BA2A7DCFF7A}"/>
          </ac:picMkLst>
        </pc:picChg>
      </pc:sldChg>
      <pc:sldChg chg="addSp delSp modSp mod modAnim">
        <pc:chgData name="Santiago Hadad" userId="e755a1e9-e753-4f5a-8a64-4025844701a4" providerId="ADAL" clId="{A7787BA6-F040-4C98-BF2A-E700960873CC}" dt="2026-03-18T16:06:32.042" v="2175"/>
        <pc:sldMkLst>
          <pc:docMk/>
          <pc:sldMk cId="0" sldId="259"/>
        </pc:sldMkLst>
        <pc:spChg chg="mod">
          <ac:chgData name="Santiago Hadad" userId="e755a1e9-e753-4f5a-8a64-4025844701a4" providerId="ADAL" clId="{A7787BA6-F040-4C98-BF2A-E700960873CC}" dt="2026-03-18T14:47:50.761" v="2004" actId="1035"/>
          <ac:spMkLst>
            <pc:docMk/>
            <pc:sldMk cId="0" sldId="259"/>
            <ac:spMk id="3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6:05:14.981" v="2169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40:03.168" v="1629" actId="14100"/>
          <ac:spMkLst>
            <pc:docMk/>
            <pc:sldMk cId="0" sldId="259"/>
            <ac:spMk id="5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39:50.570" v="1627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39:50.570" v="1627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39:50.570" v="1627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39:50.570" v="1627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5:41:42.437" v="2110" actId="790"/>
          <ac:spMkLst>
            <pc:docMk/>
            <pc:sldMk cId="0" sldId="259"/>
            <ac:spMk id="10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39:50.570" v="1627" actId="107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39:50.570" v="1627" actId="107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39:50.570" v="1627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39:50.570" v="1627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39:50.570" v="1627" actId="107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5:42:02.378" v="2114" actId="790"/>
          <ac:spMkLst>
            <pc:docMk/>
            <pc:sldMk cId="0" sldId="259"/>
            <ac:spMk id="16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40:05.868" v="1630" actId="14100"/>
          <ac:spMkLst>
            <pc:docMk/>
            <pc:sldMk cId="0" sldId="259"/>
            <ac:spMk id="17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39:50.570" v="1627" actId="1076"/>
          <ac:spMkLst>
            <pc:docMk/>
            <pc:sldMk cId="0" sldId="259"/>
            <ac:spMk id="18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39:50.570" v="1627" actId="1076"/>
          <ac:spMkLst>
            <pc:docMk/>
            <pc:sldMk cId="0" sldId="259"/>
            <ac:spMk id="19" creationId="{00000000-0000-0000-0000-000000000000}"/>
          </ac:spMkLst>
        </pc:spChg>
        <pc:spChg chg="del mod">
          <ac:chgData name="Santiago Hadad" userId="e755a1e9-e753-4f5a-8a64-4025844701a4" providerId="ADAL" clId="{A7787BA6-F040-4C98-BF2A-E700960873CC}" dt="2026-03-18T14:39:27.425" v="1621" actId="478"/>
          <ac:spMkLst>
            <pc:docMk/>
            <pc:sldMk cId="0" sldId="259"/>
            <ac:spMk id="20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39:50.570" v="1627" actId="1076"/>
          <ac:spMkLst>
            <pc:docMk/>
            <pc:sldMk cId="0" sldId="259"/>
            <ac:spMk id="21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45:21.707" v="1921" actId="14100"/>
          <ac:spMkLst>
            <pc:docMk/>
            <pc:sldMk cId="0" sldId="259"/>
            <ac:spMk id="22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40:00.131" v="1628" actId="1076"/>
          <ac:spMkLst>
            <pc:docMk/>
            <pc:sldMk cId="0" sldId="259"/>
            <ac:spMk id="23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40:00.131" v="1628" actId="1076"/>
          <ac:spMkLst>
            <pc:docMk/>
            <pc:sldMk cId="0" sldId="259"/>
            <ac:spMk id="24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41:28.842" v="1634" actId="6549"/>
          <ac:spMkLst>
            <pc:docMk/>
            <pc:sldMk cId="0" sldId="259"/>
            <ac:spMk id="25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40:00.131" v="1628" actId="1076"/>
          <ac:spMkLst>
            <pc:docMk/>
            <pc:sldMk cId="0" sldId="259"/>
            <ac:spMk id="26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5:42:19.052" v="2116" actId="20577"/>
          <ac:spMkLst>
            <pc:docMk/>
            <pc:sldMk cId="0" sldId="259"/>
            <ac:spMk id="27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29:45.167" v="1495"/>
          <ac:spMkLst>
            <pc:docMk/>
            <pc:sldMk cId="0" sldId="259"/>
            <ac:spMk id="29" creationId="{34187F2D-1EB0-A689-A407-08F0CB8C1AD5}"/>
          </ac:spMkLst>
        </pc:spChg>
        <pc:spChg chg="mod">
          <ac:chgData name="Santiago Hadad" userId="e755a1e9-e753-4f5a-8a64-4025844701a4" providerId="ADAL" clId="{A7787BA6-F040-4C98-BF2A-E700960873CC}" dt="2026-03-18T14:29:45.167" v="1495"/>
          <ac:spMkLst>
            <pc:docMk/>
            <pc:sldMk cId="0" sldId="259"/>
            <ac:spMk id="30" creationId="{5B754B14-CD5D-D084-1CFE-DA087CE8BC43}"/>
          </ac:spMkLst>
        </pc:spChg>
        <pc:spChg chg="add mod">
          <ac:chgData name="Santiago Hadad" userId="e755a1e9-e753-4f5a-8a64-4025844701a4" providerId="ADAL" clId="{A7787BA6-F040-4C98-BF2A-E700960873CC}" dt="2026-03-18T14:41:45.050" v="1638" actId="1076"/>
          <ac:spMkLst>
            <pc:docMk/>
            <pc:sldMk cId="0" sldId="259"/>
            <ac:spMk id="32" creationId="{7A99C679-BA5E-6F45-E86B-D1EABBFC7E0F}"/>
          </ac:spMkLst>
        </pc:spChg>
        <pc:spChg chg="add mod">
          <ac:chgData name="Santiago Hadad" userId="e755a1e9-e753-4f5a-8a64-4025844701a4" providerId="ADAL" clId="{A7787BA6-F040-4C98-BF2A-E700960873CC}" dt="2026-03-18T14:47:46.599" v="1997"/>
          <ac:spMkLst>
            <pc:docMk/>
            <pc:sldMk cId="0" sldId="259"/>
            <ac:spMk id="33" creationId="{6707710E-B58C-27D2-5D23-4C972989F4BD}"/>
          </ac:spMkLst>
        </pc:spChg>
        <pc:spChg chg="add mod">
          <ac:chgData name="Santiago Hadad" userId="e755a1e9-e753-4f5a-8a64-4025844701a4" providerId="ADAL" clId="{A7787BA6-F040-4C98-BF2A-E700960873CC}" dt="2026-03-18T14:47:46.599" v="1997"/>
          <ac:spMkLst>
            <pc:docMk/>
            <pc:sldMk cId="0" sldId="259"/>
            <ac:spMk id="34" creationId="{12BA7DF8-06BC-1C63-902E-696EB991DACF}"/>
          </ac:spMkLst>
        </pc:spChg>
        <pc:grpChg chg="add mod">
          <ac:chgData name="Santiago Hadad" userId="e755a1e9-e753-4f5a-8a64-4025844701a4" providerId="ADAL" clId="{A7787BA6-F040-4C98-BF2A-E700960873CC}" dt="2026-03-18T14:29:45.167" v="1495"/>
          <ac:grpSpMkLst>
            <pc:docMk/>
            <pc:sldMk cId="0" sldId="259"/>
            <ac:grpSpMk id="28" creationId="{9137F311-A29D-515A-8D59-62FD552A34AF}"/>
          </ac:grpSpMkLst>
        </pc:grpChg>
        <pc:picChg chg="mod">
          <ac:chgData name="Santiago Hadad" userId="e755a1e9-e753-4f5a-8a64-4025844701a4" providerId="ADAL" clId="{A7787BA6-F040-4C98-BF2A-E700960873CC}" dt="2026-03-18T14:29:45.167" v="1495"/>
          <ac:picMkLst>
            <pc:docMk/>
            <pc:sldMk cId="0" sldId="259"/>
            <ac:picMk id="31" creationId="{060E1E4A-F2EB-9662-BBBB-2847742B7931}"/>
          </ac:picMkLst>
        </pc:picChg>
        <pc:picChg chg="add mod">
          <ac:chgData name="Santiago Hadad" userId="e755a1e9-e753-4f5a-8a64-4025844701a4" providerId="ADAL" clId="{A7787BA6-F040-4C98-BF2A-E700960873CC}" dt="2026-03-18T14:47:46.599" v="1997"/>
          <ac:picMkLst>
            <pc:docMk/>
            <pc:sldMk cId="0" sldId="259"/>
            <ac:picMk id="35" creationId="{10166246-6562-FF24-A782-23761E9A1861}"/>
          </ac:picMkLst>
        </pc:picChg>
      </pc:sldChg>
      <pc:sldChg chg="addSp modSp del">
        <pc:chgData name="Santiago Hadad" userId="e755a1e9-e753-4f5a-8a64-4025844701a4" providerId="ADAL" clId="{A7787BA6-F040-4C98-BF2A-E700960873CC}" dt="2026-03-18T14:48:06.075" v="2013" actId="2696"/>
        <pc:sldMkLst>
          <pc:docMk/>
          <pc:sldMk cId="0" sldId="260"/>
        </pc:sldMkLst>
        <pc:spChg chg="mod">
          <ac:chgData name="Santiago Hadad" userId="e755a1e9-e753-4f5a-8a64-4025844701a4" providerId="ADAL" clId="{A7787BA6-F040-4C98-BF2A-E700960873CC}" dt="2026-03-18T14:29:46.167" v="1496"/>
          <ac:spMkLst>
            <pc:docMk/>
            <pc:sldMk cId="0" sldId="260"/>
            <ac:spMk id="50" creationId="{B789916E-EF3F-5FB5-E3A7-508D1F6F3112}"/>
          </ac:spMkLst>
        </pc:spChg>
        <pc:spChg chg="mod">
          <ac:chgData name="Santiago Hadad" userId="e755a1e9-e753-4f5a-8a64-4025844701a4" providerId="ADAL" clId="{A7787BA6-F040-4C98-BF2A-E700960873CC}" dt="2026-03-18T14:29:46.167" v="1496"/>
          <ac:spMkLst>
            <pc:docMk/>
            <pc:sldMk cId="0" sldId="260"/>
            <ac:spMk id="51" creationId="{91D65C7F-B223-F2A8-0F40-E2F75D62DD7F}"/>
          </ac:spMkLst>
        </pc:spChg>
        <pc:grpChg chg="add mod">
          <ac:chgData name="Santiago Hadad" userId="e755a1e9-e753-4f5a-8a64-4025844701a4" providerId="ADAL" clId="{A7787BA6-F040-4C98-BF2A-E700960873CC}" dt="2026-03-18T14:29:46.167" v="1496"/>
          <ac:grpSpMkLst>
            <pc:docMk/>
            <pc:sldMk cId="0" sldId="260"/>
            <ac:grpSpMk id="49" creationId="{44BF2432-6985-7208-DF45-40120269717C}"/>
          </ac:grpSpMkLst>
        </pc:grpChg>
        <pc:picChg chg="mod">
          <ac:chgData name="Santiago Hadad" userId="e755a1e9-e753-4f5a-8a64-4025844701a4" providerId="ADAL" clId="{A7787BA6-F040-4C98-BF2A-E700960873CC}" dt="2026-03-18T14:29:46.167" v="1496"/>
          <ac:picMkLst>
            <pc:docMk/>
            <pc:sldMk cId="0" sldId="260"/>
            <ac:picMk id="52" creationId="{4A6E3BA0-39DA-5959-6B39-E277E43310E0}"/>
          </ac:picMkLst>
        </pc:picChg>
      </pc:sldChg>
      <pc:sldChg chg="addSp delSp modSp mod">
        <pc:chgData name="Santiago Hadad" userId="e755a1e9-e753-4f5a-8a64-4025844701a4" providerId="ADAL" clId="{A7787BA6-F040-4C98-BF2A-E700960873CC}" dt="2026-03-18T18:59:01.365" v="2219" actId="20577"/>
        <pc:sldMkLst>
          <pc:docMk/>
          <pc:sldMk cId="0" sldId="261"/>
        </pc:sldMkLst>
        <pc:spChg chg="mod">
          <ac:chgData name="Santiago Hadad" userId="e755a1e9-e753-4f5a-8a64-4025844701a4" providerId="ADAL" clId="{A7787BA6-F040-4C98-BF2A-E700960873CC}" dt="2026-03-18T14:48:26.582" v="2019" actId="6549"/>
          <ac:spMkLst>
            <pc:docMk/>
            <pc:sldMk cId="0" sldId="261"/>
            <ac:spMk id="25" creationId="{00000000-0000-0000-0000-000000000000}"/>
          </ac:spMkLst>
        </pc:spChg>
        <pc:spChg chg="del">
          <ac:chgData name="Santiago Hadad" userId="e755a1e9-e753-4f5a-8a64-4025844701a4" providerId="ADAL" clId="{A7787BA6-F040-4C98-BF2A-E700960873CC}" dt="2026-03-18T14:48:30.361" v="2020" actId="478"/>
          <ac:spMkLst>
            <pc:docMk/>
            <pc:sldMk cId="0" sldId="261"/>
            <ac:spMk id="26" creationId="{00000000-0000-0000-0000-000000000000}"/>
          </ac:spMkLst>
        </pc:spChg>
        <pc:spChg chg="del">
          <ac:chgData name="Santiago Hadad" userId="e755a1e9-e753-4f5a-8a64-4025844701a4" providerId="ADAL" clId="{A7787BA6-F040-4C98-BF2A-E700960873CC}" dt="2026-03-18T14:48:35.116" v="2021" actId="478"/>
          <ac:spMkLst>
            <pc:docMk/>
            <pc:sldMk cId="0" sldId="261"/>
            <ac:spMk id="27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8:59:01.365" v="2219" actId="20577"/>
          <ac:spMkLst>
            <pc:docMk/>
            <pc:sldMk cId="0" sldId="261"/>
            <ac:spMk id="28" creationId="{00000000-0000-0000-0000-000000000000}"/>
          </ac:spMkLst>
        </pc:spChg>
        <pc:spChg chg="del">
          <ac:chgData name="Santiago Hadad" userId="e755a1e9-e753-4f5a-8a64-4025844701a4" providerId="ADAL" clId="{A7787BA6-F040-4C98-BF2A-E700960873CC}" dt="2026-03-18T18:58:02.387" v="2212" actId="478"/>
          <ac:spMkLst>
            <pc:docMk/>
            <pc:sldMk cId="0" sldId="261"/>
            <ac:spMk id="29" creationId="{00000000-0000-0000-0000-000000000000}"/>
          </ac:spMkLst>
        </pc:spChg>
        <pc:spChg chg="del">
          <ac:chgData name="Santiago Hadad" userId="e755a1e9-e753-4f5a-8a64-4025844701a4" providerId="ADAL" clId="{A7787BA6-F040-4C98-BF2A-E700960873CC}" dt="2026-03-18T18:58:16.970" v="2214" actId="478"/>
          <ac:spMkLst>
            <pc:docMk/>
            <pc:sldMk cId="0" sldId="261"/>
            <ac:spMk id="30" creationId="{00000000-0000-0000-0000-000000000000}"/>
          </ac:spMkLst>
        </pc:spChg>
        <pc:spChg chg="ord">
          <ac:chgData name="Santiago Hadad" userId="e755a1e9-e753-4f5a-8a64-4025844701a4" providerId="ADAL" clId="{A7787BA6-F040-4C98-BF2A-E700960873CC}" dt="2026-03-18T15:38:04.102" v="2103" actId="166"/>
          <ac:spMkLst>
            <pc:docMk/>
            <pc:sldMk cId="0" sldId="261"/>
            <ac:spMk id="31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4:29:48.736" v="1497"/>
          <ac:spMkLst>
            <pc:docMk/>
            <pc:sldMk cId="0" sldId="261"/>
            <ac:spMk id="34" creationId="{90B3A3FA-870B-445F-38B8-B142767DC486}"/>
          </ac:spMkLst>
        </pc:spChg>
        <pc:spChg chg="mod">
          <ac:chgData name="Santiago Hadad" userId="e755a1e9-e753-4f5a-8a64-4025844701a4" providerId="ADAL" clId="{A7787BA6-F040-4C98-BF2A-E700960873CC}" dt="2026-03-18T14:29:48.736" v="1497"/>
          <ac:spMkLst>
            <pc:docMk/>
            <pc:sldMk cId="0" sldId="261"/>
            <ac:spMk id="35" creationId="{C408546F-0B9D-BE52-8739-588EC96BEFD8}"/>
          </ac:spMkLst>
        </pc:spChg>
        <pc:grpChg chg="add mod">
          <ac:chgData name="Santiago Hadad" userId="e755a1e9-e753-4f5a-8a64-4025844701a4" providerId="ADAL" clId="{A7787BA6-F040-4C98-BF2A-E700960873CC}" dt="2026-03-18T14:29:48.736" v="1497"/>
          <ac:grpSpMkLst>
            <pc:docMk/>
            <pc:sldMk cId="0" sldId="261"/>
            <ac:grpSpMk id="33" creationId="{B80EC687-2CF7-E39A-1F6C-37FD206F67D8}"/>
          </ac:grpSpMkLst>
        </pc:grpChg>
        <pc:picChg chg="del">
          <ac:chgData name="Santiago Hadad" userId="e755a1e9-e753-4f5a-8a64-4025844701a4" providerId="ADAL" clId="{A7787BA6-F040-4C98-BF2A-E700960873CC}" dt="2026-03-18T14:48:13.455" v="2014" actId="478"/>
          <ac:picMkLst>
            <pc:docMk/>
            <pc:sldMk cId="0" sldId="261"/>
            <ac:picMk id="23" creationId="{00000000-0000-0000-0000-000000000000}"/>
          </ac:picMkLst>
        </pc:picChg>
        <pc:picChg chg="mod">
          <ac:chgData name="Santiago Hadad" userId="e755a1e9-e753-4f5a-8a64-4025844701a4" providerId="ADAL" clId="{A7787BA6-F040-4C98-BF2A-E700960873CC}" dt="2026-03-18T14:29:48.736" v="1497"/>
          <ac:picMkLst>
            <pc:docMk/>
            <pc:sldMk cId="0" sldId="261"/>
            <ac:picMk id="36" creationId="{4C234460-C105-F98C-C596-400196C4C498}"/>
          </ac:picMkLst>
        </pc:picChg>
        <pc:picChg chg="add mod">
          <ac:chgData name="Santiago Hadad" userId="e755a1e9-e753-4f5a-8a64-4025844701a4" providerId="ADAL" clId="{A7787BA6-F040-4C98-BF2A-E700960873CC}" dt="2026-03-18T14:48:18.156" v="2016" actId="1076"/>
          <ac:picMkLst>
            <pc:docMk/>
            <pc:sldMk cId="0" sldId="261"/>
            <ac:picMk id="37" creationId="{AF513963-5938-6FA8-585A-75F18DCE2B76}"/>
          </ac:picMkLst>
        </pc:picChg>
      </pc:sldChg>
      <pc:sldChg chg="addSp delSp modSp new mod setBg">
        <pc:chgData name="Santiago Hadad" userId="e755a1e9-e753-4f5a-8a64-4025844701a4" providerId="ADAL" clId="{A7787BA6-F040-4C98-BF2A-E700960873CC}" dt="2026-03-18T16:00:01.897" v="2124" actId="1076"/>
        <pc:sldMkLst>
          <pc:docMk/>
          <pc:sldMk cId="3753636917" sldId="262"/>
        </pc:sldMkLst>
        <pc:spChg chg="add mod">
          <ac:chgData name="Santiago Hadad" userId="e755a1e9-e753-4f5a-8a64-4025844701a4" providerId="ADAL" clId="{A7787BA6-F040-4C98-BF2A-E700960873CC}" dt="2026-03-18T13:06:15.287" v="642" actId="1076"/>
          <ac:spMkLst>
            <pc:docMk/>
            <pc:sldMk cId="3753636917" sldId="262"/>
            <ac:spMk id="8" creationId="{BFF8BE08-4569-4BAC-7956-3C95310750BD}"/>
          </ac:spMkLst>
        </pc:spChg>
        <pc:picChg chg="add del mod">
          <ac:chgData name="Santiago Hadad" userId="e755a1e9-e753-4f5a-8a64-4025844701a4" providerId="ADAL" clId="{A7787BA6-F040-4C98-BF2A-E700960873CC}" dt="2026-03-17T20:32:24.011" v="18" actId="478"/>
          <ac:picMkLst>
            <pc:docMk/>
            <pc:sldMk cId="3753636917" sldId="262"/>
            <ac:picMk id="3" creationId="{8686EED5-5A65-DAC3-20C3-048DDD4283EA}"/>
          </ac:picMkLst>
        </pc:picChg>
        <pc:picChg chg="add mod">
          <ac:chgData name="Santiago Hadad" userId="e755a1e9-e753-4f5a-8a64-4025844701a4" providerId="ADAL" clId="{A7787BA6-F040-4C98-BF2A-E700960873CC}" dt="2026-03-18T16:00:01.897" v="2124" actId="1076"/>
          <ac:picMkLst>
            <pc:docMk/>
            <pc:sldMk cId="3753636917" sldId="262"/>
            <ac:picMk id="5" creationId="{C6C53C3A-3DD1-3125-78E5-1CCDD0F8D8B4}"/>
          </ac:picMkLst>
        </pc:picChg>
        <pc:picChg chg="add mod">
          <ac:chgData name="Santiago Hadad" userId="e755a1e9-e753-4f5a-8a64-4025844701a4" providerId="ADAL" clId="{A7787BA6-F040-4C98-BF2A-E700960873CC}" dt="2026-03-17T20:33:28.894" v="33" actId="1076"/>
          <ac:picMkLst>
            <pc:docMk/>
            <pc:sldMk cId="3753636917" sldId="262"/>
            <ac:picMk id="7" creationId="{7622CEF1-3AA2-F80A-9260-7F6C0918221B}"/>
          </ac:picMkLst>
        </pc:picChg>
      </pc:sldChg>
      <pc:sldChg chg="addSp delSp modSp add mod setBg modAnim">
        <pc:chgData name="Santiago Hadad" userId="e755a1e9-e753-4f5a-8a64-4025844701a4" providerId="ADAL" clId="{A7787BA6-F040-4C98-BF2A-E700960873CC}" dt="2026-03-18T16:07:03.350" v="2181"/>
        <pc:sldMkLst>
          <pc:docMk/>
          <pc:sldMk cId="2683310426" sldId="263"/>
        </pc:sldMkLst>
        <pc:spChg chg="mod">
          <ac:chgData name="Santiago Hadad" userId="e755a1e9-e753-4f5a-8a64-4025844701a4" providerId="ADAL" clId="{A7787BA6-F040-4C98-BF2A-E700960873CC}" dt="2026-03-18T15:35:23.491" v="2072" actId="20577"/>
          <ac:spMkLst>
            <pc:docMk/>
            <pc:sldMk cId="2683310426" sldId="263"/>
            <ac:spMk id="3" creationId="{00000000-0000-0000-0000-000000000000}"/>
          </ac:spMkLst>
        </pc:spChg>
        <pc:spChg chg="mod">
          <ac:chgData name="Santiago Hadad" userId="e755a1e9-e753-4f5a-8a64-4025844701a4" providerId="ADAL" clId="{A7787BA6-F040-4C98-BF2A-E700960873CC}" dt="2026-03-18T15:36:10.744" v="2081" actId="6549"/>
          <ac:spMkLst>
            <pc:docMk/>
            <pc:sldMk cId="2683310426" sldId="263"/>
            <ac:spMk id="4" creationId="{00000000-0000-0000-0000-000000000000}"/>
          </ac:spMkLst>
        </pc:spChg>
        <pc:spChg chg="del">
          <ac:chgData name="Santiago Hadad" userId="e755a1e9-e753-4f5a-8a64-4025844701a4" providerId="ADAL" clId="{A7787BA6-F040-4C98-BF2A-E700960873CC}" dt="2026-03-18T15:35:34.320" v="2074" actId="478"/>
          <ac:spMkLst>
            <pc:docMk/>
            <pc:sldMk cId="2683310426" sldId="263"/>
            <ac:spMk id="5" creationId="{00000000-0000-0000-0000-000000000000}"/>
          </ac:spMkLst>
        </pc:spChg>
        <pc:spChg chg="del">
          <ac:chgData name="Santiago Hadad" userId="e755a1e9-e753-4f5a-8a64-4025844701a4" providerId="ADAL" clId="{A7787BA6-F040-4C98-BF2A-E700960873CC}" dt="2026-03-18T15:35:31.853" v="2073" actId="478"/>
          <ac:spMkLst>
            <pc:docMk/>
            <pc:sldMk cId="2683310426" sldId="263"/>
            <ac:spMk id="6" creationId="{00000000-0000-0000-0000-000000000000}"/>
          </ac:spMkLst>
        </pc:spChg>
        <pc:spChg chg="del">
          <ac:chgData name="Santiago Hadad" userId="e755a1e9-e753-4f5a-8a64-4025844701a4" providerId="ADAL" clId="{A7787BA6-F040-4C98-BF2A-E700960873CC}" dt="2026-03-18T15:35:31.853" v="2073" actId="478"/>
          <ac:spMkLst>
            <pc:docMk/>
            <pc:sldMk cId="2683310426" sldId="263"/>
            <ac:spMk id="7" creationId="{00000000-0000-0000-0000-000000000000}"/>
          </ac:spMkLst>
        </pc:spChg>
        <pc:spChg chg="del">
          <ac:chgData name="Santiago Hadad" userId="e755a1e9-e753-4f5a-8a64-4025844701a4" providerId="ADAL" clId="{A7787BA6-F040-4C98-BF2A-E700960873CC}" dt="2026-03-18T15:35:31.853" v="2073" actId="478"/>
          <ac:spMkLst>
            <pc:docMk/>
            <pc:sldMk cId="2683310426" sldId="263"/>
            <ac:spMk id="8" creationId="{00000000-0000-0000-0000-000000000000}"/>
          </ac:spMkLst>
        </pc:spChg>
        <pc:spChg chg="del">
          <ac:chgData name="Santiago Hadad" userId="e755a1e9-e753-4f5a-8a64-4025844701a4" providerId="ADAL" clId="{A7787BA6-F040-4C98-BF2A-E700960873CC}" dt="2026-03-18T15:35:31.853" v="2073" actId="478"/>
          <ac:spMkLst>
            <pc:docMk/>
            <pc:sldMk cId="2683310426" sldId="263"/>
            <ac:spMk id="9" creationId="{00000000-0000-0000-0000-000000000000}"/>
          </ac:spMkLst>
        </pc:spChg>
        <pc:spChg chg="del">
          <ac:chgData name="Santiago Hadad" userId="e755a1e9-e753-4f5a-8a64-4025844701a4" providerId="ADAL" clId="{A7787BA6-F040-4C98-BF2A-E700960873CC}" dt="2026-03-18T15:35:31.853" v="2073" actId="478"/>
          <ac:spMkLst>
            <pc:docMk/>
            <pc:sldMk cId="2683310426" sldId="263"/>
            <ac:spMk id="10" creationId="{00000000-0000-0000-0000-000000000000}"/>
          </ac:spMkLst>
        </pc:spChg>
        <pc:spChg chg="del">
          <ac:chgData name="Santiago Hadad" userId="e755a1e9-e753-4f5a-8a64-4025844701a4" providerId="ADAL" clId="{A7787BA6-F040-4C98-BF2A-E700960873CC}" dt="2026-03-18T15:35:34.320" v="2074" actId="478"/>
          <ac:spMkLst>
            <pc:docMk/>
            <pc:sldMk cId="2683310426" sldId="263"/>
            <ac:spMk id="11" creationId="{00000000-0000-0000-0000-000000000000}"/>
          </ac:spMkLst>
        </pc:spChg>
        <pc:spChg chg="del">
          <ac:chgData name="Santiago Hadad" userId="e755a1e9-e753-4f5a-8a64-4025844701a4" providerId="ADAL" clId="{A7787BA6-F040-4C98-BF2A-E700960873CC}" dt="2026-03-18T15:35:31.853" v="2073" actId="478"/>
          <ac:spMkLst>
            <pc:docMk/>
            <pc:sldMk cId="2683310426" sldId="263"/>
            <ac:spMk id="12" creationId="{00000000-0000-0000-0000-000000000000}"/>
          </ac:spMkLst>
        </pc:spChg>
        <pc:spChg chg="del">
          <ac:chgData name="Santiago Hadad" userId="e755a1e9-e753-4f5a-8a64-4025844701a4" providerId="ADAL" clId="{A7787BA6-F040-4C98-BF2A-E700960873CC}" dt="2026-03-18T15:35:31.853" v="2073" actId="478"/>
          <ac:spMkLst>
            <pc:docMk/>
            <pc:sldMk cId="2683310426" sldId="263"/>
            <ac:spMk id="13" creationId="{00000000-0000-0000-0000-000000000000}"/>
          </ac:spMkLst>
        </pc:spChg>
        <pc:spChg chg="del">
          <ac:chgData name="Santiago Hadad" userId="e755a1e9-e753-4f5a-8a64-4025844701a4" providerId="ADAL" clId="{A7787BA6-F040-4C98-BF2A-E700960873CC}" dt="2026-03-18T15:35:31.853" v="2073" actId="478"/>
          <ac:spMkLst>
            <pc:docMk/>
            <pc:sldMk cId="2683310426" sldId="263"/>
            <ac:spMk id="14" creationId="{00000000-0000-0000-0000-000000000000}"/>
          </ac:spMkLst>
        </pc:spChg>
        <pc:spChg chg="del">
          <ac:chgData name="Santiago Hadad" userId="e755a1e9-e753-4f5a-8a64-4025844701a4" providerId="ADAL" clId="{A7787BA6-F040-4C98-BF2A-E700960873CC}" dt="2026-03-18T15:35:31.853" v="2073" actId="478"/>
          <ac:spMkLst>
            <pc:docMk/>
            <pc:sldMk cId="2683310426" sldId="263"/>
            <ac:spMk id="15" creationId="{00000000-0000-0000-0000-000000000000}"/>
          </ac:spMkLst>
        </pc:spChg>
        <pc:spChg chg="del">
          <ac:chgData name="Santiago Hadad" userId="e755a1e9-e753-4f5a-8a64-4025844701a4" providerId="ADAL" clId="{A7787BA6-F040-4C98-BF2A-E700960873CC}" dt="2026-03-18T15:35:31.853" v="2073" actId="478"/>
          <ac:spMkLst>
            <pc:docMk/>
            <pc:sldMk cId="2683310426" sldId="263"/>
            <ac:spMk id="16" creationId="{00000000-0000-0000-0000-000000000000}"/>
          </ac:spMkLst>
        </pc:spChg>
        <pc:spChg chg="del">
          <ac:chgData name="Santiago Hadad" userId="e755a1e9-e753-4f5a-8a64-4025844701a4" providerId="ADAL" clId="{A7787BA6-F040-4C98-BF2A-E700960873CC}" dt="2026-03-18T15:35:34.320" v="2074" actId="478"/>
          <ac:spMkLst>
            <pc:docMk/>
            <pc:sldMk cId="2683310426" sldId="263"/>
            <ac:spMk id="17" creationId="{00000000-0000-0000-0000-000000000000}"/>
          </ac:spMkLst>
        </pc:spChg>
        <pc:spChg chg="del">
          <ac:chgData name="Santiago Hadad" userId="e755a1e9-e753-4f5a-8a64-4025844701a4" providerId="ADAL" clId="{A7787BA6-F040-4C98-BF2A-E700960873CC}" dt="2026-03-18T15:35:31.853" v="2073" actId="478"/>
          <ac:spMkLst>
            <pc:docMk/>
            <pc:sldMk cId="2683310426" sldId="263"/>
            <ac:spMk id="18" creationId="{00000000-0000-0000-0000-000000000000}"/>
          </ac:spMkLst>
        </pc:spChg>
        <pc:spChg chg="del">
          <ac:chgData name="Santiago Hadad" userId="e755a1e9-e753-4f5a-8a64-4025844701a4" providerId="ADAL" clId="{A7787BA6-F040-4C98-BF2A-E700960873CC}" dt="2026-03-18T15:35:31.853" v="2073" actId="478"/>
          <ac:spMkLst>
            <pc:docMk/>
            <pc:sldMk cId="2683310426" sldId="263"/>
            <ac:spMk id="19" creationId="{00000000-0000-0000-0000-000000000000}"/>
          </ac:spMkLst>
        </pc:spChg>
        <pc:spChg chg="del">
          <ac:chgData name="Santiago Hadad" userId="e755a1e9-e753-4f5a-8a64-4025844701a4" providerId="ADAL" clId="{A7787BA6-F040-4C98-BF2A-E700960873CC}" dt="2026-03-18T15:35:31.853" v="2073" actId="478"/>
          <ac:spMkLst>
            <pc:docMk/>
            <pc:sldMk cId="2683310426" sldId="263"/>
            <ac:spMk id="21" creationId="{00000000-0000-0000-0000-000000000000}"/>
          </ac:spMkLst>
        </pc:spChg>
        <pc:spChg chg="del">
          <ac:chgData name="Santiago Hadad" userId="e755a1e9-e753-4f5a-8a64-4025844701a4" providerId="ADAL" clId="{A7787BA6-F040-4C98-BF2A-E700960873CC}" dt="2026-03-18T15:35:31.853" v="2073" actId="478"/>
          <ac:spMkLst>
            <pc:docMk/>
            <pc:sldMk cId="2683310426" sldId="263"/>
            <ac:spMk id="22" creationId="{00000000-0000-0000-0000-000000000000}"/>
          </ac:spMkLst>
        </pc:spChg>
        <pc:spChg chg="del">
          <ac:chgData name="Santiago Hadad" userId="e755a1e9-e753-4f5a-8a64-4025844701a4" providerId="ADAL" clId="{A7787BA6-F040-4C98-BF2A-E700960873CC}" dt="2026-03-18T15:35:31.853" v="2073" actId="478"/>
          <ac:spMkLst>
            <pc:docMk/>
            <pc:sldMk cId="2683310426" sldId="263"/>
            <ac:spMk id="23" creationId="{00000000-0000-0000-0000-000000000000}"/>
          </ac:spMkLst>
        </pc:spChg>
        <pc:spChg chg="del">
          <ac:chgData name="Santiago Hadad" userId="e755a1e9-e753-4f5a-8a64-4025844701a4" providerId="ADAL" clId="{A7787BA6-F040-4C98-BF2A-E700960873CC}" dt="2026-03-18T15:35:31.853" v="2073" actId="478"/>
          <ac:spMkLst>
            <pc:docMk/>
            <pc:sldMk cId="2683310426" sldId="263"/>
            <ac:spMk id="24" creationId="{00000000-0000-0000-0000-000000000000}"/>
          </ac:spMkLst>
        </pc:spChg>
        <pc:spChg chg="del">
          <ac:chgData name="Santiago Hadad" userId="e755a1e9-e753-4f5a-8a64-4025844701a4" providerId="ADAL" clId="{A7787BA6-F040-4C98-BF2A-E700960873CC}" dt="2026-03-18T15:35:31.853" v="2073" actId="478"/>
          <ac:spMkLst>
            <pc:docMk/>
            <pc:sldMk cId="2683310426" sldId="263"/>
            <ac:spMk id="25" creationId="{00000000-0000-0000-0000-000000000000}"/>
          </ac:spMkLst>
        </pc:spChg>
        <pc:spChg chg="del">
          <ac:chgData name="Santiago Hadad" userId="e755a1e9-e753-4f5a-8a64-4025844701a4" providerId="ADAL" clId="{A7787BA6-F040-4C98-BF2A-E700960873CC}" dt="2026-03-18T15:35:31.853" v="2073" actId="478"/>
          <ac:spMkLst>
            <pc:docMk/>
            <pc:sldMk cId="2683310426" sldId="263"/>
            <ac:spMk id="26" creationId="{00000000-0000-0000-0000-000000000000}"/>
          </ac:spMkLst>
        </pc:spChg>
        <pc:spChg chg="del">
          <ac:chgData name="Santiago Hadad" userId="e755a1e9-e753-4f5a-8a64-4025844701a4" providerId="ADAL" clId="{A7787BA6-F040-4C98-BF2A-E700960873CC}" dt="2026-03-18T15:35:31.853" v="2073" actId="478"/>
          <ac:spMkLst>
            <pc:docMk/>
            <pc:sldMk cId="2683310426" sldId="263"/>
            <ac:spMk id="27" creationId="{00000000-0000-0000-0000-000000000000}"/>
          </ac:spMkLst>
        </pc:spChg>
        <pc:spChg chg="del">
          <ac:chgData name="Santiago Hadad" userId="e755a1e9-e753-4f5a-8a64-4025844701a4" providerId="ADAL" clId="{A7787BA6-F040-4C98-BF2A-E700960873CC}" dt="2026-03-18T15:35:31.853" v="2073" actId="478"/>
          <ac:spMkLst>
            <pc:docMk/>
            <pc:sldMk cId="2683310426" sldId="263"/>
            <ac:spMk id="32" creationId="{7A99C679-BA5E-6F45-E86B-D1EABBFC7E0F}"/>
          </ac:spMkLst>
        </pc:spChg>
        <pc:spChg chg="add mod">
          <ac:chgData name="Santiago Hadad" userId="e755a1e9-e753-4f5a-8a64-4025844701a4" providerId="ADAL" clId="{A7787BA6-F040-4C98-BF2A-E700960873CC}" dt="2026-03-18T16:03:13.949" v="2150" actId="6549"/>
          <ac:spMkLst>
            <pc:docMk/>
            <pc:sldMk cId="2683310426" sldId="263"/>
            <ac:spMk id="44" creationId="{A6DDD5DA-A6D0-128C-FE99-32293BE2AFD6}"/>
          </ac:spMkLst>
        </pc:spChg>
        <pc:grpChg chg="ord">
          <ac:chgData name="Santiago Hadad" userId="e755a1e9-e753-4f5a-8a64-4025844701a4" providerId="ADAL" clId="{A7787BA6-F040-4C98-BF2A-E700960873CC}" dt="2026-03-18T15:37:42.057" v="2102" actId="166"/>
          <ac:grpSpMkLst>
            <pc:docMk/>
            <pc:sldMk cId="2683310426" sldId="263"/>
            <ac:grpSpMk id="28" creationId="{9137F311-A29D-515A-8D59-62FD552A34AF}"/>
          </ac:grpSpMkLst>
        </pc:grpChg>
        <pc:picChg chg="add mod">
          <ac:chgData name="Santiago Hadad" userId="e755a1e9-e753-4f5a-8a64-4025844701a4" providerId="ADAL" clId="{A7787BA6-F040-4C98-BF2A-E700960873CC}" dt="2026-03-18T15:37:35.204" v="2100" actId="1076"/>
          <ac:picMkLst>
            <pc:docMk/>
            <pc:sldMk cId="2683310426" sldId="263"/>
            <ac:picMk id="36" creationId="{57E5D345-C7CE-7F01-4AF0-6604D219DF8A}"/>
          </ac:picMkLst>
        </pc:picChg>
        <pc:picChg chg="add mod">
          <ac:chgData name="Santiago Hadad" userId="e755a1e9-e753-4f5a-8a64-4025844701a4" providerId="ADAL" clId="{A7787BA6-F040-4C98-BF2A-E700960873CC}" dt="2026-03-18T16:00:20.076" v="2126" actId="14100"/>
          <ac:picMkLst>
            <pc:docMk/>
            <pc:sldMk cId="2683310426" sldId="263"/>
            <ac:picMk id="38" creationId="{F0F8E048-5E0D-AB75-B4C4-2ECFB03572C9}"/>
          </ac:picMkLst>
        </pc:picChg>
        <pc:picChg chg="add mod">
          <ac:chgData name="Santiago Hadad" userId="e755a1e9-e753-4f5a-8a64-4025844701a4" providerId="ADAL" clId="{A7787BA6-F040-4C98-BF2A-E700960873CC}" dt="2026-03-18T16:00:17.557" v="2125" actId="14100"/>
          <ac:picMkLst>
            <pc:docMk/>
            <pc:sldMk cId="2683310426" sldId="263"/>
            <ac:picMk id="40" creationId="{0CA48B9F-54B1-1BC9-3046-4A0927FCF271}"/>
          </ac:picMkLst>
        </pc:picChg>
        <pc:picChg chg="add mod">
          <ac:chgData name="Santiago Hadad" userId="e755a1e9-e753-4f5a-8a64-4025844701a4" providerId="ADAL" clId="{A7787BA6-F040-4C98-BF2A-E700960873CC}" dt="2026-03-18T15:38:29.656" v="2107" actId="1076"/>
          <ac:picMkLst>
            <pc:docMk/>
            <pc:sldMk cId="2683310426" sldId="263"/>
            <ac:picMk id="42" creationId="{D3FD13E0-1DD8-C0F0-3E45-09599D6A668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5123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896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simpleline.sol@gmail.com?subject=Tengo%20un%20Proyecto%20en%20mente!%20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6C53C3A-3DD1-3125-78E5-1CCDD0F8D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2392"/>
            <a:ext cx="7661564" cy="3602888"/>
          </a:xfrm>
          <a:prstGeom prst="rect">
            <a:avLst/>
          </a:prstGeom>
        </p:spPr>
      </p:pic>
      <p:pic>
        <p:nvPicPr>
          <p:cNvPr id="7" name="Imagen 6" descr="Icono&#10;&#10;El contenido generado por IA puede ser incorrecto.">
            <a:extLst>
              <a:ext uri="{FF2B5EF4-FFF2-40B4-BE49-F238E27FC236}">
                <a16:creationId xmlns:a16="http://schemas.microsoft.com/office/drawing/2014/main" id="{7622CEF1-3AA2-F80A-9260-7F6C09182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3265" y="3658630"/>
            <a:ext cx="2120735" cy="1484870"/>
          </a:xfrm>
          <a:prstGeom prst="rect">
            <a:avLst/>
          </a:prstGeom>
        </p:spPr>
      </p:pic>
      <p:sp>
        <p:nvSpPr>
          <p:cNvPr id="8" name="Text 44">
            <a:extLst>
              <a:ext uri="{FF2B5EF4-FFF2-40B4-BE49-F238E27FC236}">
                <a16:creationId xmlns:a16="http://schemas.microsoft.com/office/drawing/2014/main" id="{BFF8BE08-4569-4BAC-7956-3C95310750BD}"/>
              </a:ext>
            </a:extLst>
          </p:cNvPr>
          <p:cNvSpPr/>
          <p:nvPr/>
        </p:nvSpPr>
        <p:spPr>
          <a:xfrm>
            <a:off x="2709026" y="4785265"/>
            <a:ext cx="4398356" cy="2661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i="1" dirty="0">
                <a:solidFill>
                  <a:srgbClr val="7C5CE8"/>
                </a:solidFill>
                <a:latin typeface="Georgia" pitchFamily="34" charset="0"/>
              </a:rPr>
              <a:t>Un </a:t>
            </a:r>
            <a:r>
              <a:rPr lang="en-US" sz="1100" b="1" i="1" dirty="0" err="1">
                <a:solidFill>
                  <a:srgbClr val="7C5CE8"/>
                </a:solidFill>
                <a:latin typeface="Georgia" pitchFamily="34" charset="0"/>
              </a:rPr>
              <a:t>producto</a:t>
            </a:r>
            <a:r>
              <a:rPr lang="en-US" sz="1100" b="1" i="1" dirty="0">
                <a:solidFill>
                  <a:srgbClr val="7C5CE8"/>
                </a:solidFill>
                <a:latin typeface="Georgia" pitchFamily="34" charset="0"/>
              </a:rPr>
              <a:t> de </a:t>
            </a:r>
          </a:p>
        </p:txBody>
      </p:sp>
    </p:spTree>
    <p:extLst>
      <p:ext uri="{BB962C8B-B14F-4D97-AF65-F5344CB8AC3E}">
        <p14:creationId xmlns:p14="http://schemas.microsoft.com/office/powerpoint/2010/main" val="3753636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64608" y="-1592580"/>
            <a:ext cx="5486400" cy="5486400"/>
          </a:xfrm>
          <a:prstGeom prst="ellipse">
            <a:avLst/>
          </a:prstGeom>
          <a:solidFill>
            <a:srgbClr val="7C5CE8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03520" y="548640"/>
            <a:ext cx="64008" cy="64008"/>
          </a:xfrm>
          <a:prstGeom prst="ellipse">
            <a:avLst/>
          </a:prstGeom>
          <a:solidFill>
            <a:srgbClr val="7C5CE8">
              <a:alpha val="2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87568" y="548640"/>
            <a:ext cx="64008" cy="64008"/>
          </a:xfrm>
          <a:prstGeom prst="ellipse">
            <a:avLst/>
          </a:prstGeom>
          <a:solidFill>
            <a:srgbClr val="7C5CE8">
              <a:alpha val="2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071616" y="548640"/>
            <a:ext cx="64008" cy="64008"/>
          </a:xfrm>
          <a:prstGeom prst="ellipse">
            <a:avLst/>
          </a:prstGeom>
          <a:solidFill>
            <a:srgbClr val="7C5CE8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455664" y="548640"/>
            <a:ext cx="64008" cy="64008"/>
          </a:xfrm>
          <a:prstGeom prst="ellipse">
            <a:avLst/>
          </a:prstGeom>
          <a:solidFill>
            <a:srgbClr val="7C5CE8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839712" y="548640"/>
            <a:ext cx="64008" cy="64008"/>
          </a:xfrm>
          <a:prstGeom prst="ellipse">
            <a:avLst/>
          </a:prstGeom>
          <a:solidFill>
            <a:srgbClr val="7C5CE8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223760" y="548640"/>
            <a:ext cx="64008" cy="64008"/>
          </a:xfrm>
          <a:prstGeom prst="ellipse">
            <a:avLst/>
          </a:prstGeom>
          <a:solidFill>
            <a:srgbClr val="7C5CE8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607808" y="548640"/>
            <a:ext cx="64008" cy="64008"/>
          </a:xfrm>
          <a:prstGeom prst="ellipse">
            <a:avLst/>
          </a:prstGeom>
          <a:solidFill>
            <a:srgbClr val="7C5CE8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991856" y="548640"/>
            <a:ext cx="64008" cy="64008"/>
          </a:xfrm>
          <a:prstGeom prst="ellipse">
            <a:avLst/>
          </a:prstGeom>
          <a:solidFill>
            <a:srgbClr val="7C5CE8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0" y="932688"/>
            <a:ext cx="64008" cy="64008"/>
          </a:xfrm>
          <a:prstGeom prst="ellipse">
            <a:avLst/>
          </a:prstGeom>
          <a:solidFill>
            <a:srgbClr val="7C5CE8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687568" y="932688"/>
            <a:ext cx="64008" cy="64008"/>
          </a:xfrm>
          <a:prstGeom prst="ellipse">
            <a:avLst/>
          </a:prstGeom>
          <a:solidFill>
            <a:srgbClr val="7C5CE8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071616" y="932688"/>
            <a:ext cx="64008" cy="64008"/>
          </a:xfrm>
          <a:prstGeom prst="ellipse">
            <a:avLst/>
          </a:prstGeom>
          <a:solidFill>
            <a:srgbClr val="7C5CE8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455664" y="932688"/>
            <a:ext cx="64008" cy="64008"/>
          </a:xfrm>
          <a:prstGeom prst="ellipse">
            <a:avLst/>
          </a:prstGeom>
          <a:solidFill>
            <a:srgbClr val="7C5CE8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839712" y="932688"/>
            <a:ext cx="64008" cy="64008"/>
          </a:xfrm>
          <a:prstGeom prst="ellipse">
            <a:avLst/>
          </a:prstGeom>
          <a:solidFill>
            <a:srgbClr val="7C5CE8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223760" y="932688"/>
            <a:ext cx="64008" cy="64008"/>
          </a:xfrm>
          <a:prstGeom prst="ellipse">
            <a:avLst/>
          </a:prstGeom>
          <a:solidFill>
            <a:srgbClr val="7C5CE8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607808" y="932688"/>
            <a:ext cx="64008" cy="64008"/>
          </a:xfrm>
          <a:prstGeom prst="ellipse">
            <a:avLst/>
          </a:prstGeom>
          <a:solidFill>
            <a:srgbClr val="7C5CE8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991856" y="932688"/>
            <a:ext cx="64008" cy="64008"/>
          </a:xfrm>
          <a:prstGeom prst="ellipse">
            <a:avLst/>
          </a:prstGeom>
          <a:solidFill>
            <a:srgbClr val="7C5CE8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303520" y="1316736"/>
            <a:ext cx="64008" cy="64008"/>
          </a:xfrm>
          <a:prstGeom prst="ellipse">
            <a:avLst/>
          </a:prstGeom>
          <a:solidFill>
            <a:srgbClr val="7C5CE8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687568" y="1316736"/>
            <a:ext cx="64008" cy="64008"/>
          </a:xfrm>
          <a:prstGeom prst="ellipse">
            <a:avLst/>
          </a:prstGeom>
          <a:solidFill>
            <a:srgbClr val="7C5CE8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071616" y="1316736"/>
            <a:ext cx="64008" cy="64008"/>
          </a:xfrm>
          <a:prstGeom prst="ellipse">
            <a:avLst/>
          </a:prstGeom>
          <a:solidFill>
            <a:srgbClr val="7C5CE8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455664" y="1316736"/>
            <a:ext cx="64008" cy="64008"/>
          </a:xfrm>
          <a:prstGeom prst="ellipse">
            <a:avLst/>
          </a:prstGeom>
          <a:solidFill>
            <a:srgbClr val="7C5CE8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839712" y="1316736"/>
            <a:ext cx="64008" cy="64008"/>
          </a:xfrm>
          <a:prstGeom prst="ellipse">
            <a:avLst/>
          </a:prstGeom>
          <a:solidFill>
            <a:srgbClr val="7C5CE8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223760" y="1316736"/>
            <a:ext cx="64008" cy="64008"/>
          </a:xfrm>
          <a:prstGeom prst="ellipse">
            <a:avLst/>
          </a:prstGeom>
          <a:solidFill>
            <a:srgbClr val="7C5CE8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607808" y="1316736"/>
            <a:ext cx="64008" cy="64008"/>
          </a:xfrm>
          <a:prstGeom prst="ellipse">
            <a:avLst/>
          </a:prstGeom>
          <a:solidFill>
            <a:srgbClr val="7C5CE8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991856" y="1316736"/>
            <a:ext cx="64008" cy="64008"/>
          </a:xfrm>
          <a:prstGeom prst="ellipse">
            <a:avLst/>
          </a:prstGeom>
          <a:solidFill>
            <a:srgbClr val="7C5CE8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303520" y="1700784"/>
            <a:ext cx="64008" cy="64008"/>
          </a:xfrm>
          <a:prstGeom prst="ellipse">
            <a:avLst/>
          </a:prstGeom>
          <a:solidFill>
            <a:srgbClr val="7C5CE8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687568" y="1700784"/>
            <a:ext cx="64008" cy="64008"/>
          </a:xfrm>
          <a:prstGeom prst="ellipse">
            <a:avLst/>
          </a:prstGeom>
          <a:solidFill>
            <a:srgbClr val="7C5CE8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071616" y="1700784"/>
            <a:ext cx="64008" cy="64008"/>
          </a:xfrm>
          <a:prstGeom prst="ellipse">
            <a:avLst/>
          </a:prstGeom>
          <a:solidFill>
            <a:srgbClr val="7C5CE8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455664" y="1700784"/>
            <a:ext cx="64008" cy="64008"/>
          </a:xfrm>
          <a:prstGeom prst="ellipse">
            <a:avLst/>
          </a:prstGeom>
          <a:solidFill>
            <a:srgbClr val="7C5CE8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839712" y="1700784"/>
            <a:ext cx="64008" cy="64008"/>
          </a:xfrm>
          <a:prstGeom prst="ellipse">
            <a:avLst/>
          </a:prstGeom>
          <a:solidFill>
            <a:srgbClr val="7C5CE8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223760" y="1700784"/>
            <a:ext cx="64008" cy="64008"/>
          </a:xfrm>
          <a:prstGeom prst="ellipse">
            <a:avLst/>
          </a:prstGeom>
          <a:solidFill>
            <a:srgbClr val="7C5CE8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607808" y="1700784"/>
            <a:ext cx="64008" cy="64008"/>
          </a:xfrm>
          <a:prstGeom prst="ellipse">
            <a:avLst/>
          </a:prstGeom>
          <a:solidFill>
            <a:srgbClr val="7C5CE8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991856" y="1700784"/>
            <a:ext cx="64008" cy="64008"/>
          </a:xfrm>
          <a:prstGeom prst="ellipse">
            <a:avLst/>
          </a:prstGeom>
          <a:solidFill>
            <a:srgbClr val="7C5CE8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303520" y="2084832"/>
            <a:ext cx="64008" cy="64008"/>
          </a:xfrm>
          <a:prstGeom prst="ellipse">
            <a:avLst/>
          </a:prstGeom>
          <a:solidFill>
            <a:srgbClr val="7C5CE8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687568" y="2084832"/>
            <a:ext cx="64008" cy="64008"/>
          </a:xfrm>
          <a:prstGeom prst="ellipse">
            <a:avLst/>
          </a:prstGeom>
          <a:solidFill>
            <a:srgbClr val="7C5CE8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071616" y="2084832"/>
            <a:ext cx="64008" cy="64008"/>
          </a:xfrm>
          <a:prstGeom prst="ellipse">
            <a:avLst/>
          </a:prstGeom>
          <a:solidFill>
            <a:srgbClr val="7C5CE8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455664" y="2084832"/>
            <a:ext cx="64008" cy="64008"/>
          </a:xfrm>
          <a:prstGeom prst="ellipse">
            <a:avLst/>
          </a:prstGeom>
          <a:solidFill>
            <a:srgbClr val="7C5CE8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839712" y="2084832"/>
            <a:ext cx="64008" cy="64008"/>
          </a:xfrm>
          <a:prstGeom prst="ellipse">
            <a:avLst/>
          </a:prstGeom>
          <a:solidFill>
            <a:srgbClr val="7C5CE8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223760" y="2084832"/>
            <a:ext cx="64008" cy="64008"/>
          </a:xfrm>
          <a:prstGeom prst="ellipse">
            <a:avLst/>
          </a:prstGeom>
          <a:solidFill>
            <a:srgbClr val="7C5CE8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607808" y="2084832"/>
            <a:ext cx="64008" cy="64008"/>
          </a:xfrm>
          <a:prstGeom prst="ellipse">
            <a:avLst/>
          </a:prstGeom>
          <a:solidFill>
            <a:srgbClr val="7C5CE8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991856" y="2084832"/>
            <a:ext cx="64008" cy="64008"/>
          </a:xfrm>
          <a:prstGeom prst="ellipse">
            <a:avLst/>
          </a:prstGeom>
          <a:solidFill>
            <a:srgbClr val="7C5CE8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457200" y="3108960"/>
            <a:ext cx="2926080" cy="27432"/>
          </a:xfrm>
          <a:prstGeom prst="rect">
            <a:avLst/>
          </a:prstGeom>
          <a:solidFill>
            <a:srgbClr val="7C5CE8">
              <a:alpha val="60000"/>
            </a:srgbClr>
          </a:solidFill>
          <a:ln/>
        </p:spPr>
      </p:sp>
      <p:sp>
        <p:nvSpPr>
          <p:cNvPr id="46" name="Text 43"/>
          <p:cNvSpPr/>
          <p:nvPr/>
        </p:nvSpPr>
        <p:spPr>
          <a:xfrm>
            <a:off x="457200" y="3291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A98F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Desarrollo a Medida · Potenciado con IA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3840480" y="91440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que
se adapta a
</a:t>
            </a:r>
            <a:r>
              <a:rPr lang="en-US" sz="4000" b="1" i="1" dirty="0">
                <a:solidFill>
                  <a:srgbClr val="7C5C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negocio.</a:t>
            </a:r>
            <a:endParaRPr lang="en-US" sz="4000" dirty="0"/>
          </a:p>
        </p:txBody>
      </p:sp>
      <p:sp>
        <p:nvSpPr>
          <p:cNvPr id="48" name="Text 45"/>
          <p:cNvSpPr/>
          <p:nvPr/>
        </p:nvSpPr>
        <p:spPr>
          <a:xfrm>
            <a:off x="3840480" y="35661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 moldes. Sin funciones que no usás.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 tecnología de última generación.</a:t>
            </a:r>
            <a:endParaRPr lang="en-US" sz="1200" dirty="0"/>
          </a:p>
        </p:txBody>
      </p:sp>
      <p:sp>
        <p:nvSpPr>
          <p:cNvPr id="54" name="Shape 0">
            <a:extLst>
              <a:ext uri="{FF2B5EF4-FFF2-40B4-BE49-F238E27FC236}">
                <a16:creationId xmlns:a16="http://schemas.microsoft.com/office/drawing/2014/main" id="{8DA9AEA9-530E-AF8A-1D26-C07745863B58}"/>
              </a:ext>
            </a:extLst>
          </p:cNvPr>
          <p:cNvSpPr/>
          <p:nvPr/>
        </p:nvSpPr>
        <p:spPr>
          <a:xfrm>
            <a:off x="-583692" y="1663912"/>
            <a:ext cx="5109972" cy="1591056"/>
          </a:xfrm>
          <a:prstGeom prst="ellipse">
            <a:avLst/>
          </a:prstGeom>
          <a:solidFill>
            <a:srgbClr val="7C5CE8">
              <a:alpha val="18000"/>
            </a:srgbClr>
          </a:solidFill>
          <a:ln/>
        </p:spPr>
      </p:sp>
      <p:grpSp>
        <p:nvGrpSpPr>
          <p:cNvPr id="44" name="Grupo 43">
            <a:extLst>
              <a:ext uri="{FF2B5EF4-FFF2-40B4-BE49-F238E27FC236}">
                <a16:creationId xmlns:a16="http://schemas.microsoft.com/office/drawing/2014/main" id="{D21EE544-7FC6-09B6-E77F-F8836F5787FA}"/>
              </a:ext>
            </a:extLst>
          </p:cNvPr>
          <p:cNvGrpSpPr/>
          <p:nvPr/>
        </p:nvGrpSpPr>
        <p:grpSpPr>
          <a:xfrm>
            <a:off x="0" y="4846320"/>
            <a:ext cx="9144000" cy="297180"/>
            <a:chOff x="0" y="4846320"/>
            <a:chExt cx="9144000" cy="297180"/>
          </a:xfrm>
        </p:grpSpPr>
        <p:sp>
          <p:nvSpPr>
            <p:cNvPr id="49" name="Shape 46"/>
            <p:cNvSpPr/>
            <p:nvPr/>
          </p:nvSpPr>
          <p:spPr>
            <a:xfrm>
              <a:off x="0" y="4846320"/>
              <a:ext cx="9144000" cy="297180"/>
            </a:xfrm>
            <a:prstGeom prst="rect">
              <a:avLst/>
            </a:prstGeom>
            <a:solidFill>
              <a:srgbClr val="CABCF6"/>
            </a:solidFill>
            <a:ln/>
          </p:spPr>
        </p:sp>
        <p:sp>
          <p:nvSpPr>
            <p:cNvPr id="51" name="Text 48"/>
            <p:cNvSpPr/>
            <p:nvPr/>
          </p:nvSpPr>
          <p:spPr>
            <a:xfrm>
              <a:off x="6400800" y="4873752"/>
              <a:ext cx="256032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© 2026 Simple Line • Solutions</a:t>
              </a:r>
              <a:endParaRPr lang="en-US" sz="900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pic>
          <p:nvPicPr>
            <p:cNvPr id="53" name="Imagen 52" descr="Icono&#10;&#10;El contenido generado por IA puede ser incorrecto.">
              <a:extLst>
                <a:ext uri="{FF2B5EF4-FFF2-40B4-BE49-F238E27FC236}">
                  <a16:creationId xmlns:a16="http://schemas.microsoft.com/office/drawing/2014/main" id="{CF048E3C-9AD8-2B4F-8155-660338F244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410" y="4873752"/>
              <a:ext cx="326381" cy="228376"/>
            </a:xfrm>
            <a:prstGeom prst="rect">
              <a:avLst/>
            </a:prstGeom>
          </p:spPr>
        </p:pic>
      </p:grpSp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A6387423-A050-F6FC-EEB4-9754E88C00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546" y="1055098"/>
            <a:ext cx="2797734" cy="19588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46">
            <a:extLst>
              <a:ext uri="{FF2B5EF4-FFF2-40B4-BE49-F238E27FC236}">
                <a16:creationId xmlns:a16="http://schemas.microsoft.com/office/drawing/2014/main" id="{12314517-AA24-2BE9-7986-41663C2A4BA9}"/>
              </a:ext>
            </a:extLst>
          </p:cNvPr>
          <p:cNvSpPr/>
          <p:nvPr/>
        </p:nvSpPr>
        <p:spPr>
          <a:xfrm>
            <a:off x="27432" y="-11839"/>
            <a:ext cx="9144000" cy="523902"/>
          </a:xfrm>
          <a:prstGeom prst="rect">
            <a:avLst/>
          </a:prstGeom>
          <a:solidFill>
            <a:srgbClr val="CABCF6"/>
          </a:solidFill>
          <a:ln/>
        </p:spPr>
      </p:sp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5CE8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" y="-13462"/>
            <a:ext cx="5138928" cy="510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cap="small" spc="300" dirty="0">
                <a:solidFill>
                  <a:srgbClr val="7C5CE8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Tournament Tracker</a:t>
            </a:r>
            <a:endParaRPr lang="en-US" sz="3000" cap="small" dirty="0"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1088136"/>
            <a:ext cx="4973320" cy="2020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s-MX" sz="2800" b="1" dirty="0">
                <a:solidFill>
                  <a:srgbClr val="1E1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aplicación web diseñada para gestionar torneos de manera simple y sencilla</a:t>
            </a:r>
          </a:p>
        </p:txBody>
      </p:sp>
      <p:sp>
        <p:nvSpPr>
          <p:cNvPr id="5" name="Text 3"/>
          <p:cNvSpPr/>
          <p:nvPr/>
        </p:nvSpPr>
        <p:spPr>
          <a:xfrm>
            <a:off x="411480" y="3200400"/>
            <a:ext cx="43891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Está</a:t>
            </a:r>
            <a:r>
              <a:rPr lang="en-US" sz="12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2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orientada</a:t>
            </a:r>
            <a:r>
              <a:rPr lang="en-US" sz="12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a </a:t>
            </a:r>
            <a:r>
              <a:rPr lang="en-US" sz="12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gestionar</a:t>
            </a:r>
            <a:r>
              <a:rPr lang="en-US" sz="12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2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</a:t>
            </a:r>
            <a:r>
              <a:rPr lang="en-US" sz="12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2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torneos</a:t>
            </a:r>
            <a:r>
              <a:rPr lang="en-US" sz="12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de </a:t>
            </a:r>
            <a:r>
              <a:rPr lang="en-US" sz="12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</a:t>
            </a:r>
            <a:r>
              <a:rPr lang="en-US" sz="12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2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manera</a:t>
            </a:r>
            <a:r>
              <a:rPr lang="en-US" sz="12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2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ágil</a:t>
            </a:r>
            <a:r>
              <a:rPr lang="en-US" sz="12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simple y </a:t>
            </a:r>
            <a:r>
              <a:rPr lang="en-US" sz="12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confiable</a:t>
            </a:r>
            <a:r>
              <a:rPr lang="en-US" sz="12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</a:t>
            </a:r>
            <a:r>
              <a:rPr lang="en-US" sz="12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dejando</a:t>
            </a:r>
            <a:r>
              <a:rPr lang="en-US" sz="12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de </a:t>
            </a:r>
            <a:r>
              <a:rPr lang="en-US" sz="12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lado</a:t>
            </a:r>
            <a:r>
              <a:rPr lang="en-US" sz="12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la </a:t>
            </a:r>
            <a:r>
              <a:rPr lang="en-US" sz="12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preocupación</a:t>
            </a:r>
            <a:r>
              <a:rPr lang="en-US" sz="12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2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</a:t>
            </a:r>
            <a:r>
              <a:rPr lang="en-US" sz="12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2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</a:t>
            </a:r>
            <a:r>
              <a:rPr lang="en-US" sz="12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2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armado</a:t>
            </a:r>
            <a:r>
              <a:rPr lang="en-US" sz="12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de zonas, </a:t>
            </a:r>
            <a:r>
              <a:rPr lang="en-US" sz="12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</a:t>
            </a:r>
            <a:r>
              <a:rPr lang="en-US" sz="12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cruces, las </a:t>
            </a:r>
            <a:r>
              <a:rPr lang="en-US" sz="12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llaves</a:t>
            </a:r>
            <a:r>
              <a:rPr lang="en-US" sz="12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B0AEBF"/>
                </a:solidFill>
                <a:latin typeface="Trebuchet MS" pitchFamily="34" charset="0"/>
              </a:rPr>
              <a:t>Únicamente</a:t>
            </a:r>
            <a:r>
              <a:rPr lang="en-US" sz="1200" dirty="0">
                <a:solidFill>
                  <a:srgbClr val="B0AEBF"/>
                </a:solidFill>
                <a:latin typeface="Trebuchet MS" pitchFamily="34" charset="0"/>
              </a:rPr>
              <a:t> </a:t>
            </a:r>
            <a:r>
              <a:rPr lang="en-US" sz="1200" dirty="0" err="1">
                <a:solidFill>
                  <a:srgbClr val="B0AEBF"/>
                </a:solidFill>
                <a:latin typeface="Trebuchet MS" pitchFamily="34" charset="0"/>
              </a:rPr>
              <a:t>será</a:t>
            </a:r>
            <a:r>
              <a:rPr lang="en-US" sz="1200" dirty="0">
                <a:solidFill>
                  <a:srgbClr val="B0AEBF"/>
                </a:solidFill>
                <a:latin typeface="Trebuchet MS" pitchFamily="34" charset="0"/>
              </a:rPr>
              <a:t> </a:t>
            </a:r>
            <a:r>
              <a:rPr lang="en-US" sz="1200" dirty="0" err="1">
                <a:solidFill>
                  <a:srgbClr val="B0AEBF"/>
                </a:solidFill>
                <a:latin typeface="Trebuchet MS" pitchFamily="34" charset="0"/>
              </a:rPr>
              <a:t>necesario</a:t>
            </a:r>
            <a:r>
              <a:rPr lang="en-US" sz="1200" dirty="0">
                <a:solidFill>
                  <a:srgbClr val="B0AEBF"/>
                </a:solidFill>
                <a:latin typeface="Trebuchet MS" pitchFamily="34" charset="0"/>
              </a:rPr>
              <a:t> </a:t>
            </a:r>
            <a:r>
              <a:rPr lang="en-US" sz="1200" dirty="0" err="1">
                <a:solidFill>
                  <a:srgbClr val="B0AEBF"/>
                </a:solidFill>
                <a:latin typeface="Trebuchet MS" pitchFamily="34" charset="0"/>
              </a:rPr>
              <a:t>encargarse</a:t>
            </a:r>
            <a:r>
              <a:rPr lang="en-US" sz="1200" dirty="0">
                <a:solidFill>
                  <a:srgbClr val="B0AEBF"/>
                </a:solidFill>
                <a:latin typeface="Trebuchet MS" pitchFamily="34" charset="0"/>
              </a:rPr>
              <a:t> de </a:t>
            </a:r>
            <a:r>
              <a:rPr lang="en-US" sz="1200" dirty="0" err="1">
                <a:solidFill>
                  <a:srgbClr val="B0AEBF"/>
                </a:solidFill>
                <a:latin typeface="Trebuchet MS" pitchFamily="34" charset="0"/>
              </a:rPr>
              <a:t>los</a:t>
            </a:r>
            <a:r>
              <a:rPr lang="en-US" sz="1200" dirty="0">
                <a:solidFill>
                  <a:srgbClr val="B0AEBF"/>
                </a:solidFill>
                <a:latin typeface="Trebuchet MS" pitchFamily="34" charset="0"/>
              </a:rPr>
              <a:t> </a:t>
            </a:r>
            <a:r>
              <a:rPr lang="en-US" sz="1200" dirty="0" err="1">
                <a:solidFill>
                  <a:srgbClr val="B0AEBF"/>
                </a:solidFill>
                <a:latin typeface="Trebuchet MS" pitchFamily="34" charset="0"/>
              </a:rPr>
              <a:t>resultados</a:t>
            </a:r>
            <a:r>
              <a:rPr lang="en-US" sz="1200" dirty="0">
                <a:solidFill>
                  <a:srgbClr val="B0AEBF"/>
                </a:solidFill>
                <a:latin typeface="Trebuchet MS" pitchFamily="34" charset="0"/>
              </a:rPr>
              <a:t>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0" y="1200150"/>
            <a:ext cx="3017520" cy="1032510"/>
          </a:xfrm>
          <a:prstGeom prst="rect">
            <a:avLst/>
          </a:prstGeom>
          <a:solidFill>
            <a:srgbClr val="FAFAF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0" y="1200150"/>
            <a:ext cx="64008" cy="1032510"/>
          </a:xfrm>
          <a:prstGeom prst="rect">
            <a:avLst/>
          </a:prstGeom>
          <a:solidFill>
            <a:srgbClr val="7C5CE8"/>
          </a:solidFill>
          <a:ln/>
        </p:spPr>
      </p:sp>
      <p:sp>
        <p:nvSpPr>
          <p:cNvPr id="8" name="Text 6"/>
          <p:cNvSpPr/>
          <p:nvPr/>
        </p:nvSpPr>
        <p:spPr>
          <a:xfrm>
            <a:off x="5852159" y="1197694"/>
            <a:ext cx="2592185" cy="458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cap="small" dirty="0">
                <a:solidFill>
                  <a:srgbClr val="7C5C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 </a:t>
            </a:r>
            <a:r>
              <a:rPr lang="en-US" sz="2400" b="1" cap="small" dirty="0" err="1">
                <a:solidFill>
                  <a:srgbClr val="7C5C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Rápido</a:t>
            </a:r>
            <a:endParaRPr lang="en-US" sz="2400" cap="small" dirty="0"/>
          </a:p>
        </p:txBody>
      </p:sp>
      <p:sp>
        <p:nvSpPr>
          <p:cNvPr id="9" name="Text 7"/>
          <p:cNvSpPr/>
          <p:nvPr/>
        </p:nvSpPr>
        <p:spPr>
          <a:xfrm>
            <a:off x="5852160" y="1661894"/>
            <a:ext cx="2651760" cy="21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C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Solo con Carga de </a:t>
            </a:r>
            <a:br>
              <a:rPr lang="en-US" sz="1200" b="1" dirty="0">
                <a:solidFill>
                  <a:srgbClr val="1E1C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</a:br>
            <a:r>
              <a:rPr lang="en-US" sz="1200" b="1" dirty="0">
                <a:solidFill>
                  <a:srgbClr val="1E1C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Parejas y </a:t>
            </a:r>
            <a:r>
              <a:rPr lang="en-US" sz="1200" b="1" dirty="0" err="1">
                <a:solidFill>
                  <a:srgbClr val="1E1C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0" y="2406015"/>
            <a:ext cx="3017520" cy="1032510"/>
          </a:xfrm>
          <a:prstGeom prst="rect">
            <a:avLst/>
          </a:prstGeom>
          <a:solidFill>
            <a:srgbClr val="FAFAF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0" y="2406015"/>
            <a:ext cx="64008" cy="1032510"/>
          </a:xfrm>
          <a:prstGeom prst="rect">
            <a:avLst/>
          </a:prstGeom>
          <a:solidFill>
            <a:srgbClr val="7C5CE8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0" y="2403559"/>
            <a:ext cx="1371600" cy="458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cap="small" dirty="0">
                <a:solidFill>
                  <a:srgbClr val="7C5C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400" cap="small" dirty="0"/>
          </a:p>
        </p:txBody>
      </p:sp>
      <p:sp>
        <p:nvSpPr>
          <p:cNvPr id="14" name="Text 12"/>
          <p:cNvSpPr/>
          <p:nvPr/>
        </p:nvSpPr>
        <p:spPr>
          <a:xfrm>
            <a:off x="5852160" y="2867759"/>
            <a:ext cx="2651760" cy="21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E1C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Automatizado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0" y="3630930"/>
            <a:ext cx="3017520" cy="1032510"/>
          </a:xfrm>
          <a:prstGeom prst="rect">
            <a:avLst/>
          </a:prstGeom>
          <a:solidFill>
            <a:srgbClr val="FAFAF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0" y="3630930"/>
            <a:ext cx="64008" cy="1032510"/>
          </a:xfrm>
          <a:prstGeom prst="rect">
            <a:avLst/>
          </a:prstGeom>
          <a:solidFill>
            <a:srgbClr val="7C5CE8"/>
          </a:solidFill>
          <a:ln/>
        </p:spPr>
      </p:sp>
      <p:sp>
        <p:nvSpPr>
          <p:cNvPr id="18" name="Text 16"/>
          <p:cNvSpPr/>
          <p:nvPr/>
        </p:nvSpPr>
        <p:spPr>
          <a:xfrm>
            <a:off x="5852160" y="3628474"/>
            <a:ext cx="2432858" cy="458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cap="small" dirty="0" err="1">
                <a:solidFill>
                  <a:srgbClr val="7C5C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Conectado</a:t>
            </a:r>
            <a:endParaRPr lang="en-US" sz="2400" cap="small" dirty="0"/>
          </a:p>
        </p:txBody>
      </p:sp>
      <p:sp>
        <p:nvSpPr>
          <p:cNvPr id="19" name="Text 17"/>
          <p:cNvSpPr/>
          <p:nvPr/>
        </p:nvSpPr>
        <p:spPr>
          <a:xfrm>
            <a:off x="5852160" y="4092674"/>
            <a:ext cx="2651760" cy="21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C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 </a:t>
            </a:r>
            <a:r>
              <a:rPr lang="en-US" sz="1200" b="1" dirty="0" err="1">
                <a:solidFill>
                  <a:srgbClr val="1E1C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comunicación</a:t>
            </a:r>
            <a:r>
              <a:rPr lang="en-US" sz="1200" b="1" dirty="0">
                <a:solidFill>
                  <a:srgbClr val="1E1C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para </a:t>
            </a:r>
            <a:r>
              <a:rPr lang="en-US" sz="1200" b="1" dirty="0" err="1">
                <a:solidFill>
                  <a:srgbClr val="1E1C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</a:t>
            </a:r>
            <a:r>
              <a:rPr lang="en-US" sz="1200" b="1" dirty="0">
                <a:solidFill>
                  <a:srgbClr val="1E1C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200" b="1" dirty="0" err="1">
                <a:solidFill>
                  <a:srgbClr val="1E1C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jugadores</a:t>
            </a:r>
            <a:r>
              <a:rPr lang="en-US" sz="1200" b="1" dirty="0">
                <a:solidFill>
                  <a:srgbClr val="1E1C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endParaRPr lang="en-US" sz="1200" dirty="0"/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F8642B4F-DF07-2D1E-21EF-DD223C96E221}"/>
              </a:ext>
            </a:extLst>
          </p:cNvPr>
          <p:cNvGrpSpPr/>
          <p:nvPr/>
        </p:nvGrpSpPr>
        <p:grpSpPr>
          <a:xfrm>
            <a:off x="0" y="4846320"/>
            <a:ext cx="9144000" cy="297180"/>
            <a:chOff x="0" y="4846320"/>
            <a:chExt cx="9144000" cy="297180"/>
          </a:xfrm>
        </p:grpSpPr>
        <p:sp>
          <p:nvSpPr>
            <p:cNvPr id="22" name="Shape 46">
              <a:extLst>
                <a:ext uri="{FF2B5EF4-FFF2-40B4-BE49-F238E27FC236}">
                  <a16:creationId xmlns:a16="http://schemas.microsoft.com/office/drawing/2014/main" id="{527A9E91-3557-96C4-D9BE-987F40DE05D5}"/>
                </a:ext>
              </a:extLst>
            </p:cNvPr>
            <p:cNvSpPr/>
            <p:nvPr/>
          </p:nvSpPr>
          <p:spPr>
            <a:xfrm>
              <a:off x="0" y="4846320"/>
              <a:ext cx="9144000" cy="297180"/>
            </a:xfrm>
            <a:prstGeom prst="rect">
              <a:avLst/>
            </a:prstGeom>
            <a:solidFill>
              <a:srgbClr val="CABCF6"/>
            </a:solidFill>
            <a:ln/>
          </p:spPr>
        </p:sp>
        <p:sp>
          <p:nvSpPr>
            <p:cNvPr id="23" name="Text 48">
              <a:extLst>
                <a:ext uri="{FF2B5EF4-FFF2-40B4-BE49-F238E27FC236}">
                  <a16:creationId xmlns:a16="http://schemas.microsoft.com/office/drawing/2014/main" id="{ADFA48A3-6FC9-9566-80C1-F7F22214A000}"/>
                </a:ext>
              </a:extLst>
            </p:cNvPr>
            <p:cNvSpPr/>
            <p:nvPr/>
          </p:nvSpPr>
          <p:spPr>
            <a:xfrm>
              <a:off x="6400800" y="4873752"/>
              <a:ext cx="256032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© 2026 Simple Line • Solutions</a:t>
              </a:r>
              <a:endParaRPr lang="en-US" sz="900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pic>
          <p:nvPicPr>
            <p:cNvPr id="24" name="Imagen 23" descr="Icono&#10;&#10;El contenido generado por IA puede ser incorrecto.">
              <a:extLst>
                <a:ext uri="{FF2B5EF4-FFF2-40B4-BE49-F238E27FC236}">
                  <a16:creationId xmlns:a16="http://schemas.microsoft.com/office/drawing/2014/main" id="{7B911516-4CF7-9BE1-D0B9-FFFD097629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410" y="4873752"/>
              <a:ext cx="326381" cy="228376"/>
            </a:xfrm>
            <a:prstGeom prst="rect">
              <a:avLst/>
            </a:prstGeom>
          </p:spPr>
        </p:pic>
      </p:grpSp>
      <p:pic>
        <p:nvPicPr>
          <p:cNvPr id="25" name="Imagen 24">
            <a:extLst>
              <a:ext uri="{FF2B5EF4-FFF2-40B4-BE49-F238E27FC236}">
                <a16:creationId xmlns:a16="http://schemas.microsoft.com/office/drawing/2014/main" id="{DA731EF7-7BD9-552B-DB86-89E03C0CD4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2313" y="-42038"/>
            <a:ext cx="1228807" cy="5778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3" grpId="0" animBg="1"/>
      <p:bldP spid="14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7C5CE8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66547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 err="1">
                <a:solidFill>
                  <a:srgbClr val="7C5C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Funcionalidades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91982"/>
            <a:ext cx="8229600" cy="6996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Todo lo que necesitás,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nada de lo que no.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743200" cy="1188720"/>
          </a:xfrm>
          <a:prstGeom prst="rect">
            <a:avLst/>
          </a:prstGeom>
          <a:solidFill>
            <a:srgbClr val="2D2B55"/>
          </a:solidFill>
          <a:ln w="6350">
            <a:solidFill>
              <a:srgbClr val="7C5CE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74520"/>
            <a:ext cx="2743200" cy="36576"/>
          </a:xfrm>
          <a:prstGeom prst="rect">
            <a:avLst/>
          </a:prstGeom>
          <a:solidFill>
            <a:srgbClr val="7C5CE8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3682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 err="1">
                <a:solidFill>
                  <a:srgbClr val="FAFA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Configuración</a:t>
            </a:r>
            <a:r>
              <a:rPr lang="en-US" sz="1100" b="1" i="1" dirty="0">
                <a:solidFill>
                  <a:srgbClr val="FAFA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100" b="1" i="1" dirty="0" err="1">
                <a:solidFill>
                  <a:srgbClr val="FAFA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según</a:t>
            </a:r>
            <a:r>
              <a:rPr lang="en-US" sz="1100" b="1" i="1" dirty="0">
                <a:solidFill>
                  <a:srgbClr val="FAFA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100" b="1" i="1" dirty="0" err="1">
                <a:solidFill>
                  <a:srgbClr val="FAFA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necesidad</a:t>
            </a:r>
            <a:endParaRPr lang="en-US" sz="1100" i="1" dirty="0"/>
          </a:p>
        </p:txBody>
      </p:sp>
      <p:sp>
        <p:nvSpPr>
          <p:cNvPr id="9" name="Text 7"/>
          <p:cNvSpPr/>
          <p:nvPr/>
        </p:nvSpPr>
        <p:spPr>
          <a:xfrm>
            <a:off x="640080" y="26426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Cantidad</a:t>
            </a:r>
            <a:r>
              <a:rPr lang="en-US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de </a:t>
            </a: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participantes</a:t>
            </a:r>
            <a:r>
              <a:rPr lang="en-US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configurable de </a:t>
            </a: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acuerdo</a:t>
            </a:r>
            <a:r>
              <a:rPr lang="en-US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a las </a:t>
            </a: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inscripciones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37560" y="1874520"/>
            <a:ext cx="2743200" cy="1188720"/>
          </a:xfrm>
          <a:prstGeom prst="rect">
            <a:avLst/>
          </a:prstGeom>
          <a:solidFill>
            <a:srgbClr val="2D2B55"/>
          </a:solidFill>
          <a:ln w="6350">
            <a:solidFill>
              <a:srgbClr val="7C5CE8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874520"/>
            <a:ext cx="2743200" cy="36576"/>
          </a:xfrm>
          <a:prstGeom prst="rect">
            <a:avLst/>
          </a:prstGeom>
          <a:solidFill>
            <a:srgbClr val="7C5CE8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0440" y="23682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AFAF9"/>
                </a:solidFill>
                <a:latin typeface="Trebuchet MS" pitchFamily="34" charset="0"/>
              </a:rPr>
              <a:t>Automatización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0440" y="26426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Zonas y cruces se </a:t>
            </a: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generan</a:t>
            </a:r>
            <a:r>
              <a:rPr lang="en-US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automáticamente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1874520"/>
            <a:ext cx="2743200" cy="1188720"/>
          </a:xfrm>
          <a:prstGeom prst="rect">
            <a:avLst/>
          </a:prstGeom>
          <a:solidFill>
            <a:srgbClr val="2D2B55"/>
          </a:solidFill>
          <a:ln w="6350">
            <a:solidFill>
              <a:srgbClr val="7C5CE8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874520"/>
            <a:ext cx="2743200" cy="36576"/>
          </a:xfrm>
          <a:prstGeom prst="rect">
            <a:avLst/>
          </a:prstGeom>
          <a:solidFill>
            <a:srgbClr val="7C5CE8">
              <a:alpha val="5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23682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AFA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Multiples </a:t>
            </a:r>
            <a:r>
              <a:rPr lang="en-US" sz="1100" b="1" dirty="0" err="1">
                <a:solidFill>
                  <a:srgbClr val="FAFA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Torneos</a:t>
            </a:r>
            <a:r>
              <a:rPr lang="en-US" sz="1100" b="1" dirty="0">
                <a:solidFill>
                  <a:srgbClr val="FAFA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100" b="1" dirty="0" err="1">
                <a:solidFill>
                  <a:srgbClr val="FAFA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r>
              <a:rPr lang="en-US" sz="1100" b="1" dirty="0">
                <a:solidFill>
                  <a:srgbClr val="FAFA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100" b="1" dirty="0" err="1">
                <a:solidFill>
                  <a:srgbClr val="FAFA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Simultaneo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26426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Posibilidad</a:t>
            </a:r>
            <a:r>
              <a:rPr lang="en-US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de </a:t>
            </a: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tener</a:t>
            </a:r>
            <a:r>
              <a:rPr lang="en-US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varios</a:t>
            </a:r>
            <a:r>
              <a:rPr lang="en-US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torneos</a:t>
            </a:r>
            <a:r>
              <a:rPr lang="en-US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r>
              <a:rPr lang="en-US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juego</a:t>
            </a:r>
            <a:r>
              <a:rPr lang="en-US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r>
              <a:rPr lang="en-US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</a:t>
            </a:r>
            <a:r>
              <a:rPr lang="en-US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mismo</a:t>
            </a:r>
            <a:r>
              <a:rPr lang="en-US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momento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227832"/>
            <a:ext cx="2743200" cy="1188720"/>
          </a:xfrm>
          <a:prstGeom prst="rect">
            <a:avLst/>
          </a:prstGeom>
          <a:solidFill>
            <a:srgbClr val="2D2B55"/>
          </a:solidFill>
          <a:ln w="6350">
            <a:solidFill>
              <a:srgbClr val="7C5CE8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227832"/>
            <a:ext cx="2743200" cy="36576"/>
          </a:xfrm>
          <a:prstGeom prst="rect">
            <a:avLst/>
          </a:prstGeom>
          <a:solidFill>
            <a:srgbClr val="7C5CE8">
              <a:alpha val="5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7216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AFA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Integraciones</a:t>
            </a:r>
            <a:r>
              <a:rPr lang="en-US" sz="1100" b="1" dirty="0">
                <a:solidFill>
                  <a:srgbClr val="FAFA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100" b="1" dirty="0" err="1">
                <a:solidFill>
                  <a:srgbClr val="FAFA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Whatsapp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39959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Integración</a:t>
            </a:r>
            <a:r>
              <a:rPr lang="en-US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con </a:t>
            </a: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Whatsapp</a:t>
            </a:r>
            <a:r>
              <a:rPr lang="en-US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para </a:t>
            </a: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comunicarse</a:t>
            </a:r>
            <a:r>
              <a:rPr lang="en-US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con </a:t>
            </a: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Jugadores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37560" y="3227832"/>
            <a:ext cx="2743200" cy="1188720"/>
          </a:xfrm>
          <a:prstGeom prst="rect">
            <a:avLst/>
          </a:prstGeom>
          <a:solidFill>
            <a:srgbClr val="2D2B55"/>
          </a:solidFill>
          <a:ln w="6350">
            <a:solidFill>
              <a:srgbClr val="7C5CE8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7560" y="3227832"/>
            <a:ext cx="2743200" cy="36576"/>
          </a:xfrm>
          <a:prstGeom prst="rect">
            <a:avLst/>
          </a:prstGeom>
          <a:solidFill>
            <a:srgbClr val="7C5CE8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520440" y="37216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AFA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Indicadores</a:t>
            </a:r>
            <a:r>
              <a:rPr lang="en-US" sz="1100" b="1" dirty="0">
                <a:solidFill>
                  <a:srgbClr val="FAFA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Online 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520440" y="39959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Visualización</a:t>
            </a:r>
            <a:r>
              <a:rPr lang="en-US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Online de Estado de </a:t>
            </a: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Torneos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17920" y="3227832"/>
            <a:ext cx="2743200" cy="1188720"/>
          </a:xfrm>
          <a:prstGeom prst="rect">
            <a:avLst/>
          </a:prstGeom>
          <a:solidFill>
            <a:srgbClr val="2D2B55"/>
          </a:solidFill>
          <a:ln w="6350">
            <a:solidFill>
              <a:srgbClr val="7C5CE8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3227832"/>
            <a:ext cx="2743200" cy="36576"/>
          </a:xfrm>
          <a:prstGeom prst="rect">
            <a:avLst/>
          </a:prstGeom>
          <a:solidFill>
            <a:srgbClr val="7C5CE8">
              <a:alpha val="5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33649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400800" y="37216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AFA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Evolución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39959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Posibilidad</a:t>
            </a:r>
            <a:r>
              <a:rPr lang="en-US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de </a:t>
            </a: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crecimiento</a:t>
            </a:r>
            <a:r>
              <a:rPr lang="en-US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y </a:t>
            </a: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evolución</a:t>
            </a:r>
            <a:r>
              <a:rPr lang="en-US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de </a:t>
            </a: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funcionalidades</a:t>
            </a:r>
            <a:endParaRPr lang="en-US" sz="900" dirty="0"/>
          </a:p>
        </p:txBody>
      </p:sp>
      <p:pic>
        <p:nvPicPr>
          <p:cNvPr id="42" name="Imagen 41" descr="Icono&#10;&#10;El contenido generado por IA puede ser incorrecto.">
            <a:extLst>
              <a:ext uri="{FF2B5EF4-FFF2-40B4-BE49-F238E27FC236}">
                <a16:creationId xmlns:a16="http://schemas.microsoft.com/office/drawing/2014/main" id="{E1718E98-334C-9EB7-68B6-7898A8929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568" y="3380229"/>
            <a:ext cx="258907" cy="260467"/>
          </a:xfrm>
          <a:prstGeom prst="rect">
            <a:avLst/>
          </a:prstGeom>
        </p:spPr>
      </p:pic>
      <p:pic>
        <p:nvPicPr>
          <p:cNvPr id="44" name="Imagen 43" descr="Un hombre saltando en patineta&#10;&#10;El contenido generado por IA puede ser incorrecto.">
            <a:extLst>
              <a:ext uri="{FF2B5EF4-FFF2-40B4-BE49-F238E27FC236}">
                <a16:creationId xmlns:a16="http://schemas.microsoft.com/office/drawing/2014/main" id="{2DA389C5-CCBB-D8BA-0A6F-4C8B18744C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2454" y="1927167"/>
            <a:ext cx="271280" cy="443345"/>
          </a:xfrm>
          <a:prstGeom prst="rect">
            <a:avLst/>
          </a:prstGeom>
        </p:spPr>
      </p:pic>
      <p:sp>
        <p:nvSpPr>
          <p:cNvPr id="17" name="Text 15"/>
          <p:cNvSpPr/>
          <p:nvPr/>
        </p:nvSpPr>
        <p:spPr>
          <a:xfrm>
            <a:off x="3520440" y="332758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grpSp>
        <p:nvGrpSpPr>
          <p:cNvPr id="45" name="Grupo 44">
            <a:extLst>
              <a:ext uri="{FF2B5EF4-FFF2-40B4-BE49-F238E27FC236}">
                <a16:creationId xmlns:a16="http://schemas.microsoft.com/office/drawing/2014/main" id="{1252CA4E-700B-3D68-656C-BCC4FAF11C80}"/>
              </a:ext>
            </a:extLst>
          </p:cNvPr>
          <p:cNvGrpSpPr/>
          <p:nvPr/>
        </p:nvGrpSpPr>
        <p:grpSpPr>
          <a:xfrm>
            <a:off x="0" y="4846320"/>
            <a:ext cx="9144000" cy="297180"/>
            <a:chOff x="0" y="4846320"/>
            <a:chExt cx="9144000" cy="297180"/>
          </a:xfrm>
        </p:grpSpPr>
        <p:sp>
          <p:nvSpPr>
            <p:cNvPr id="46" name="Shape 46">
              <a:extLst>
                <a:ext uri="{FF2B5EF4-FFF2-40B4-BE49-F238E27FC236}">
                  <a16:creationId xmlns:a16="http://schemas.microsoft.com/office/drawing/2014/main" id="{047C0143-F2DE-638F-3EA4-061C5E29AD9A}"/>
                </a:ext>
              </a:extLst>
            </p:cNvPr>
            <p:cNvSpPr/>
            <p:nvPr/>
          </p:nvSpPr>
          <p:spPr>
            <a:xfrm>
              <a:off x="0" y="4846320"/>
              <a:ext cx="9144000" cy="297180"/>
            </a:xfrm>
            <a:prstGeom prst="rect">
              <a:avLst/>
            </a:prstGeom>
            <a:solidFill>
              <a:srgbClr val="CABCF6"/>
            </a:solidFill>
            <a:ln/>
          </p:spPr>
        </p:sp>
        <p:sp>
          <p:nvSpPr>
            <p:cNvPr id="47" name="Text 48">
              <a:extLst>
                <a:ext uri="{FF2B5EF4-FFF2-40B4-BE49-F238E27FC236}">
                  <a16:creationId xmlns:a16="http://schemas.microsoft.com/office/drawing/2014/main" id="{A21654E4-3661-8F85-2B1B-95093CA7E51C}"/>
                </a:ext>
              </a:extLst>
            </p:cNvPr>
            <p:cNvSpPr/>
            <p:nvPr/>
          </p:nvSpPr>
          <p:spPr>
            <a:xfrm>
              <a:off x="6400800" y="4873752"/>
              <a:ext cx="256032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© 2026 Simple Line • Solutions</a:t>
              </a:r>
              <a:endParaRPr lang="en-US" sz="900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pic>
          <p:nvPicPr>
            <p:cNvPr id="48" name="Imagen 47" descr="Icono&#10;&#10;El contenido generado por IA puede ser incorrecto.">
              <a:extLst>
                <a:ext uri="{FF2B5EF4-FFF2-40B4-BE49-F238E27FC236}">
                  <a16:creationId xmlns:a16="http://schemas.microsoft.com/office/drawing/2014/main" id="{45BD5A06-ACC1-ED46-8900-9456FD41967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410" y="4873752"/>
              <a:ext cx="326381" cy="228376"/>
            </a:xfrm>
            <a:prstGeom prst="rect">
              <a:avLst/>
            </a:prstGeom>
          </p:spPr>
        </p:pic>
      </p:grpSp>
      <p:sp>
        <p:nvSpPr>
          <p:cNvPr id="49" name="Shape 46">
            <a:extLst>
              <a:ext uri="{FF2B5EF4-FFF2-40B4-BE49-F238E27FC236}">
                <a16:creationId xmlns:a16="http://schemas.microsoft.com/office/drawing/2014/main" id="{E98F11DC-6D49-3B20-EED5-50248A22F503}"/>
              </a:ext>
            </a:extLst>
          </p:cNvPr>
          <p:cNvSpPr/>
          <p:nvPr/>
        </p:nvSpPr>
        <p:spPr>
          <a:xfrm>
            <a:off x="27432" y="-11839"/>
            <a:ext cx="9144000" cy="523902"/>
          </a:xfrm>
          <a:prstGeom prst="rect">
            <a:avLst/>
          </a:prstGeom>
          <a:solidFill>
            <a:srgbClr val="CABCF6"/>
          </a:solidFill>
          <a:ln/>
        </p:spPr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683987CB-DD16-9BC5-FA3E-49E5FDC93593}"/>
              </a:ext>
            </a:extLst>
          </p:cNvPr>
          <p:cNvSpPr/>
          <p:nvPr/>
        </p:nvSpPr>
        <p:spPr>
          <a:xfrm>
            <a:off x="146304" y="-3937"/>
            <a:ext cx="5138928" cy="510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cap="small" spc="300" dirty="0">
                <a:solidFill>
                  <a:srgbClr val="7C5CE8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Tournament Tracker</a:t>
            </a:r>
            <a:endParaRPr lang="en-US" sz="3000" cap="small" dirty="0">
              <a:latin typeface="Georgia" panose="02040502050405020303" pitchFamily="18" charset="0"/>
            </a:endParaRPr>
          </a:p>
        </p:txBody>
      </p:sp>
      <p:pic>
        <p:nvPicPr>
          <p:cNvPr id="51" name="Imagen 50">
            <a:extLst>
              <a:ext uri="{FF2B5EF4-FFF2-40B4-BE49-F238E27FC236}">
                <a16:creationId xmlns:a16="http://schemas.microsoft.com/office/drawing/2014/main" id="{7C5B0A59-62E9-4EE5-F676-0BA2A7DCFF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2313" y="-42038"/>
            <a:ext cx="1228807" cy="5778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8" grpId="0" animBg="1"/>
      <p:bldP spid="19" grpId="0" animBg="1"/>
      <p:bldP spid="23" grpId="0" animBg="1"/>
      <p:bldP spid="24" grpId="0" animBg="1"/>
      <p:bldP spid="28" grpId="0" animBg="1"/>
      <p:bldP spid="29" grpId="0" animBg="1"/>
      <p:bldP spid="32" grpId="0" animBg="1"/>
      <p:bldP spid="33" grpId="0" animBg="1"/>
      <p:bldP spid="34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5CE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504253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7C5CE8"/>
                </a:solidFill>
                <a:latin typeface="Trebuchet MS" pitchFamily="34" charset="0"/>
              </a:rPr>
              <a:t>Journey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41807"/>
            <a:ext cx="7315200" cy="544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i="1" dirty="0">
                <a:solidFill>
                  <a:srgbClr val="1E1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Simple, claro y sin sorpresas.</a:t>
            </a:r>
            <a:endParaRPr lang="en-US" sz="3200" i="1" dirty="0"/>
          </a:p>
        </p:txBody>
      </p:sp>
      <p:sp>
        <p:nvSpPr>
          <p:cNvPr id="5" name="Shape 3"/>
          <p:cNvSpPr/>
          <p:nvPr/>
        </p:nvSpPr>
        <p:spPr>
          <a:xfrm>
            <a:off x="1659255" y="1424178"/>
            <a:ext cx="1920240" cy="2185416"/>
          </a:xfrm>
          <a:prstGeom prst="rect">
            <a:avLst/>
          </a:prstGeom>
          <a:solidFill>
            <a:srgbClr val="FAFAF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71903" y="1524762"/>
            <a:ext cx="694944" cy="694944"/>
          </a:xfrm>
          <a:prstGeom prst="ellipse">
            <a:avLst/>
          </a:prstGeom>
          <a:solidFill>
            <a:srgbClr val="7C5CE8"/>
          </a:solidFill>
          <a:ln/>
        </p:spPr>
      </p:sp>
      <p:sp>
        <p:nvSpPr>
          <p:cNvPr id="7" name="Text 5"/>
          <p:cNvSpPr/>
          <p:nvPr/>
        </p:nvSpPr>
        <p:spPr>
          <a:xfrm>
            <a:off x="2271903" y="152476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79495" y="1835658"/>
            <a:ext cx="91440" cy="36576"/>
          </a:xfrm>
          <a:prstGeom prst="rect">
            <a:avLst/>
          </a:prstGeom>
          <a:solidFill>
            <a:srgbClr val="7C5CE8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796415" y="234772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1E1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Creación</a:t>
            </a:r>
            <a:r>
              <a:rPr lang="en-US" sz="1300" b="1" dirty="0">
                <a:solidFill>
                  <a:srgbClr val="1E1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</a:t>
            </a:r>
            <a:r>
              <a:rPr lang="en-US" sz="1300" b="1" dirty="0" err="1">
                <a:solidFill>
                  <a:srgbClr val="1E1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Torneo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96415" y="2807874"/>
            <a:ext cx="1645920" cy="76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Creás</a:t>
            </a:r>
            <a:r>
              <a:rPr lang="en-US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un </a:t>
            </a:r>
            <a:r>
              <a:rPr lang="es-AR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torneo</a:t>
            </a:r>
            <a:r>
              <a:rPr lang="en-US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r>
              <a:rPr lang="en-US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2 clicks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70935" y="1424178"/>
            <a:ext cx="1920240" cy="2185416"/>
          </a:xfrm>
          <a:prstGeom prst="rect">
            <a:avLst/>
          </a:prstGeom>
          <a:solidFill>
            <a:srgbClr val="FAFAF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83583" y="1524762"/>
            <a:ext cx="694944" cy="694944"/>
          </a:xfrm>
          <a:prstGeom prst="ellipse">
            <a:avLst/>
          </a:prstGeom>
          <a:solidFill>
            <a:srgbClr val="7C5CE8"/>
          </a:solidFill>
          <a:ln/>
        </p:spPr>
      </p:sp>
      <p:sp>
        <p:nvSpPr>
          <p:cNvPr id="13" name="Text 11"/>
          <p:cNvSpPr/>
          <p:nvPr/>
        </p:nvSpPr>
        <p:spPr>
          <a:xfrm>
            <a:off x="4283583" y="152476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591175" y="1835658"/>
            <a:ext cx="91440" cy="36576"/>
          </a:xfrm>
          <a:prstGeom prst="rect">
            <a:avLst/>
          </a:prstGeom>
          <a:solidFill>
            <a:srgbClr val="7C5CE8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808095" y="234772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Carga de Parejas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08095" y="2807874"/>
            <a:ext cx="1645920" cy="76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Cargás</a:t>
            </a:r>
            <a:r>
              <a:rPr lang="en-US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</a:t>
            </a:r>
            <a:r>
              <a:rPr lang="en-US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s-AR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nombres</a:t>
            </a:r>
            <a:r>
              <a:rPr lang="en-US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y </a:t>
            </a: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teléfonos</a:t>
            </a:r>
            <a:r>
              <a:rPr lang="en-US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de </a:t>
            </a: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cada</a:t>
            </a:r>
            <a:r>
              <a:rPr lang="en-US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participante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682615" y="1424178"/>
            <a:ext cx="1920240" cy="2185416"/>
          </a:xfrm>
          <a:prstGeom prst="rect">
            <a:avLst/>
          </a:prstGeom>
          <a:solidFill>
            <a:srgbClr val="FAFAF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95263" y="1524762"/>
            <a:ext cx="694944" cy="694944"/>
          </a:xfrm>
          <a:prstGeom prst="ellipse">
            <a:avLst/>
          </a:prstGeom>
          <a:solidFill>
            <a:srgbClr val="7C5CE8"/>
          </a:solidFill>
          <a:ln/>
        </p:spPr>
      </p:sp>
      <p:sp>
        <p:nvSpPr>
          <p:cNvPr id="19" name="Text 17"/>
          <p:cNvSpPr/>
          <p:nvPr/>
        </p:nvSpPr>
        <p:spPr>
          <a:xfrm>
            <a:off x="6295263" y="152476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819775" y="234772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Carga de </a:t>
            </a:r>
            <a:r>
              <a:rPr lang="en-US" sz="1300" b="1" dirty="0" err="1">
                <a:solidFill>
                  <a:srgbClr val="1E1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19775" y="2807874"/>
            <a:ext cx="1645920" cy="76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Cargás</a:t>
            </a:r>
            <a:r>
              <a:rPr lang="en-US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únicamente</a:t>
            </a:r>
            <a:r>
              <a:rPr lang="en-US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</a:t>
            </a:r>
            <a:r>
              <a:rPr lang="en-US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</a:t>
            </a:r>
            <a:r>
              <a:rPr lang="en-US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de </a:t>
            </a: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cada</a:t>
            </a:r>
            <a:r>
              <a:rPr lang="en-US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partido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659255" y="3797046"/>
            <a:ext cx="5943600" cy="815721"/>
          </a:xfrm>
          <a:prstGeom prst="rect">
            <a:avLst/>
          </a:prstGeom>
          <a:solidFill>
            <a:srgbClr val="FAFAF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698306" y="3863150"/>
            <a:ext cx="694944" cy="694944"/>
          </a:xfrm>
          <a:prstGeom prst="ellipse">
            <a:avLst/>
          </a:prstGeom>
          <a:solidFill>
            <a:srgbClr val="7C5CE8"/>
          </a:solidFill>
          <a:ln/>
        </p:spPr>
      </p:sp>
      <p:sp>
        <p:nvSpPr>
          <p:cNvPr id="25" name="Text 23"/>
          <p:cNvSpPr/>
          <p:nvPr/>
        </p:nvSpPr>
        <p:spPr>
          <a:xfrm>
            <a:off x="1698306" y="386315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064066" y="3905250"/>
            <a:ext cx="2756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1E1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Seguimiento</a:t>
            </a:r>
            <a:r>
              <a:rPr lang="en-US" sz="1300" b="1" dirty="0">
                <a:solidFill>
                  <a:srgbClr val="1E1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</a:t>
            </a:r>
            <a:r>
              <a:rPr lang="en-US" sz="1300" b="1" dirty="0" err="1">
                <a:solidFill>
                  <a:srgbClr val="1E1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Torneo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459543" y="4179570"/>
            <a:ext cx="4530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</a:t>
            </a: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todo</a:t>
            </a:r>
            <a:r>
              <a:rPr lang="en-US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momento</a:t>
            </a:r>
            <a:r>
              <a:rPr lang="en-US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podés</a:t>
            </a:r>
            <a:r>
              <a:rPr lang="en-US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visualizar</a:t>
            </a:r>
            <a:r>
              <a:rPr lang="en-US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</a:t>
            </a:r>
            <a:r>
              <a:rPr lang="en-US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estado</a:t>
            </a:r>
            <a:r>
              <a:rPr lang="en-US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general del </a:t>
            </a: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torneo</a:t>
            </a:r>
            <a:r>
              <a:rPr lang="en-US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y </a:t>
            </a: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</a:t>
            </a:r>
            <a:r>
              <a:rPr lang="en-US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9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resultados</a:t>
            </a:r>
            <a:endParaRPr lang="en-US" sz="900" dirty="0"/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9137F311-A29D-515A-8D59-62FD552A34AF}"/>
              </a:ext>
            </a:extLst>
          </p:cNvPr>
          <p:cNvGrpSpPr/>
          <p:nvPr/>
        </p:nvGrpSpPr>
        <p:grpSpPr>
          <a:xfrm>
            <a:off x="0" y="4846320"/>
            <a:ext cx="9144000" cy="297180"/>
            <a:chOff x="0" y="4846320"/>
            <a:chExt cx="9144000" cy="297180"/>
          </a:xfrm>
        </p:grpSpPr>
        <p:sp>
          <p:nvSpPr>
            <p:cNvPr id="29" name="Shape 46">
              <a:extLst>
                <a:ext uri="{FF2B5EF4-FFF2-40B4-BE49-F238E27FC236}">
                  <a16:creationId xmlns:a16="http://schemas.microsoft.com/office/drawing/2014/main" id="{34187F2D-1EB0-A689-A407-08F0CB8C1AD5}"/>
                </a:ext>
              </a:extLst>
            </p:cNvPr>
            <p:cNvSpPr/>
            <p:nvPr/>
          </p:nvSpPr>
          <p:spPr>
            <a:xfrm>
              <a:off x="0" y="4846320"/>
              <a:ext cx="9144000" cy="297180"/>
            </a:xfrm>
            <a:prstGeom prst="rect">
              <a:avLst/>
            </a:prstGeom>
            <a:solidFill>
              <a:srgbClr val="CABCF6"/>
            </a:solidFill>
            <a:ln/>
          </p:spPr>
        </p:sp>
        <p:sp>
          <p:nvSpPr>
            <p:cNvPr id="30" name="Text 48">
              <a:extLst>
                <a:ext uri="{FF2B5EF4-FFF2-40B4-BE49-F238E27FC236}">
                  <a16:creationId xmlns:a16="http://schemas.microsoft.com/office/drawing/2014/main" id="{5B754B14-CD5D-D084-1CFE-DA087CE8BC43}"/>
                </a:ext>
              </a:extLst>
            </p:cNvPr>
            <p:cNvSpPr/>
            <p:nvPr/>
          </p:nvSpPr>
          <p:spPr>
            <a:xfrm>
              <a:off x="6400800" y="4873752"/>
              <a:ext cx="256032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© 2026 Simple Line • Solutions</a:t>
              </a:r>
              <a:endParaRPr lang="en-US" sz="900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pic>
          <p:nvPicPr>
            <p:cNvPr id="31" name="Imagen 30" descr="Icono&#10;&#10;El contenido generado por IA puede ser incorrecto.">
              <a:extLst>
                <a:ext uri="{FF2B5EF4-FFF2-40B4-BE49-F238E27FC236}">
                  <a16:creationId xmlns:a16="http://schemas.microsoft.com/office/drawing/2014/main" id="{060E1E4A-F2EB-9662-BBBB-2847742B79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410" y="4873752"/>
              <a:ext cx="326381" cy="228376"/>
            </a:xfrm>
            <a:prstGeom prst="rect">
              <a:avLst/>
            </a:prstGeom>
          </p:spPr>
        </p:pic>
      </p:grpSp>
      <p:sp>
        <p:nvSpPr>
          <p:cNvPr id="32" name="Flecha: a la izquierda y derecha 31">
            <a:extLst>
              <a:ext uri="{FF2B5EF4-FFF2-40B4-BE49-F238E27FC236}">
                <a16:creationId xmlns:a16="http://schemas.microsoft.com/office/drawing/2014/main" id="{7A99C679-BA5E-6F45-E86B-D1EABBFC7E0F}"/>
              </a:ext>
            </a:extLst>
          </p:cNvPr>
          <p:cNvSpPr/>
          <p:nvPr/>
        </p:nvSpPr>
        <p:spPr>
          <a:xfrm>
            <a:off x="1848039" y="4091083"/>
            <a:ext cx="395477" cy="222504"/>
          </a:xfrm>
          <a:prstGeom prst="leftRightArrow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3" name="Shape 46">
            <a:extLst>
              <a:ext uri="{FF2B5EF4-FFF2-40B4-BE49-F238E27FC236}">
                <a16:creationId xmlns:a16="http://schemas.microsoft.com/office/drawing/2014/main" id="{6707710E-B58C-27D2-5D23-4C972989F4BD}"/>
              </a:ext>
            </a:extLst>
          </p:cNvPr>
          <p:cNvSpPr/>
          <p:nvPr/>
        </p:nvSpPr>
        <p:spPr>
          <a:xfrm>
            <a:off x="27432" y="-11839"/>
            <a:ext cx="9144000" cy="523902"/>
          </a:xfrm>
          <a:prstGeom prst="rect">
            <a:avLst/>
          </a:prstGeom>
          <a:solidFill>
            <a:srgbClr val="CABCF6"/>
          </a:solidFill>
          <a:ln/>
        </p:spPr>
      </p:sp>
      <p:sp>
        <p:nvSpPr>
          <p:cNvPr id="34" name="Text 1">
            <a:extLst>
              <a:ext uri="{FF2B5EF4-FFF2-40B4-BE49-F238E27FC236}">
                <a16:creationId xmlns:a16="http://schemas.microsoft.com/office/drawing/2014/main" id="{12BA7DF8-06BC-1C63-902E-696EB991DACF}"/>
              </a:ext>
            </a:extLst>
          </p:cNvPr>
          <p:cNvSpPr/>
          <p:nvPr/>
        </p:nvSpPr>
        <p:spPr>
          <a:xfrm>
            <a:off x="146304" y="-3937"/>
            <a:ext cx="5138928" cy="510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cap="small" spc="300" dirty="0">
                <a:solidFill>
                  <a:srgbClr val="7C5CE8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Tournament Tracker</a:t>
            </a:r>
            <a:endParaRPr lang="en-US" sz="3000" cap="small" dirty="0">
              <a:latin typeface="Georgia" panose="02040502050405020303" pitchFamily="18" charset="0"/>
            </a:endParaRPr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10166246-6562-FF24-A782-23761E9A18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2313" y="-42038"/>
            <a:ext cx="1228807" cy="5778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3" grpId="0" animBg="1"/>
      <p:bldP spid="15" grpId="0" animBg="1"/>
      <p:bldP spid="16" grpId="0" animBg="1"/>
      <p:bldP spid="19" grpId="0" animBg="1"/>
      <p:bldP spid="21" grpId="0" animBg="1"/>
      <p:bldP spid="22" grpId="0" animBg="1"/>
      <p:bldP spid="25" grpId="0" animBg="1"/>
      <p:bldP spid="26" grpId="0" animBg="1"/>
      <p:bldP spid="27" grpId="0" animBg="1"/>
      <p:bldP spid="3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5CE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504253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7C5CE8"/>
                </a:solidFill>
                <a:latin typeface="Trebuchet MS" pitchFamily="34" charset="0"/>
              </a:rPr>
              <a:t>Journey- </a:t>
            </a:r>
            <a:r>
              <a:rPr lang="en-US" sz="900" b="1" kern="0" spc="300" dirty="0" err="1">
                <a:solidFill>
                  <a:srgbClr val="7C5CE8"/>
                </a:solidFill>
                <a:latin typeface="Trebuchet MS" pitchFamily="34" charset="0"/>
              </a:rPr>
              <a:t>Prototipos</a:t>
            </a:r>
            <a:r>
              <a:rPr lang="en-US" sz="900" b="1" kern="0" spc="300" dirty="0">
                <a:solidFill>
                  <a:srgbClr val="7C5CE8"/>
                </a:solidFill>
                <a:latin typeface="Trebuchet MS" pitchFamily="34" charset="0"/>
              </a:rPr>
              <a:t> </a:t>
            </a:r>
            <a:r>
              <a:rPr lang="en-US" sz="900" b="1" kern="0" spc="300" dirty="0" err="1">
                <a:solidFill>
                  <a:srgbClr val="7C5CE8"/>
                </a:solidFill>
                <a:latin typeface="Trebuchet MS" pitchFamily="34" charset="0"/>
              </a:rPr>
              <a:t>Visuales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41807"/>
            <a:ext cx="7315200" cy="544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endParaRPr lang="en-US" sz="3200" i="1" dirty="0"/>
          </a:p>
        </p:txBody>
      </p:sp>
      <p:sp>
        <p:nvSpPr>
          <p:cNvPr id="33" name="Shape 46">
            <a:extLst>
              <a:ext uri="{FF2B5EF4-FFF2-40B4-BE49-F238E27FC236}">
                <a16:creationId xmlns:a16="http://schemas.microsoft.com/office/drawing/2014/main" id="{6707710E-B58C-27D2-5D23-4C972989F4BD}"/>
              </a:ext>
            </a:extLst>
          </p:cNvPr>
          <p:cNvSpPr/>
          <p:nvPr/>
        </p:nvSpPr>
        <p:spPr>
          <a:xfrm>
            <a:off x="27432" y="-11839"/>
            <a:ext cx="9144000" cy="523902"/>
          </a:xfrm>
          <a:prstGeom prst="rect">
            <a:avLst/>
          </a:prstGeom>
          <a:solidFill>
            <a:srgbClr val="CABCF6"/>
          </a:solidFill>
          <a:ln/>
        </p:spPr>
      </p:sp>
      <p:sp>
        <p:nvSpPr>
          <p:cNvPr id="34" name="Text 1">
            <a:extLst>
              <a:ext uri="{FF2B5EF4-FFF2-40B4-BE49-F238E27FC236}">
                <a16:creationId xmlns:a16="http://schemas.microsoft.com/office/drawing/2014/main" id="{12BA7DF8-06BC-1C63-902E-696EB991DACF}"/>
              </a:ext>
            </a:extLst>
          </p:cNvPr>
          <p:cNvSpPr/>
          <p:nvPr/>
        </p:nvSpPr>
        <p:spPr>
          <a:xfrm>
            <a:off x="146304" y="-3937"/>
            <a:ext cx="5138928" cy="510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cap="small" spc="300" dirty="0">
                <a:solidFill>
                  <a:srgbClr val="7C5CE8"/>
                </a:solidFill>
                <a:latin typeface="Georgia" panose="02040502050405020303" pitchFamily="18" charset="0"/>
                <a:ea typeface="Trebuchet MS" pitchFamily="34" charset="-122"/>
                <a:cs typeface="Trebuchet MS" pitchFamily="34" charset="-120"/>
              </a:rPr>
              <a:t>Tournament Tracker</a:t>
            </a:r>
            <a:endParaRPr lang="en-US" sz="3000" cap="small" dirty="0">
              <a:latin typeface="Georgia" panose="02040502050405020303" pitchFamily="18" charset="0"/>
            </a:endParaRPr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10166246-6562-FF24-A782-23761E9A1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2313" y="-42038"/>
            <a:ext cx="1228807" cy="577853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57E5D345-C7CE-7F01-4AF0-6604D219DF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82" y="735375"/>
            <a:ext cx="2792839" cy="2731486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F0F8E048-5E0D-AB75-B4C4-2ECFB03572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300" y="2002556"/>
            <a:ext cx="3692144" cy="3040380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0CA48B9F-54B1-1BC9-3046-4A0927FCF2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5089" y="632269"/>
            <a:ext cx="3932651" cy="3151414"/>
          </a:xfrm>
          <a:prstGeom prst="rect">
            <a:avLst/>
          </a:prstGeom>
        </p:spPr>
      </p:pic>
      <p:pic>
        <p:nvPicPr>
          <p:cNvPr id="42" name="Imagen 41">
            <a:extLst>
              <a:ext uri="{FF2B5EF4-FFF2-40B4-BE49-F238E27FC236}">
                <a16:creationId xmlns:a16="http://schemas.microsoft.com/office/drawing/2014/main" id="{D3FD13E0-1DD8-C0F0-3E45-09599D6A66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8912" y="2562648"/>
            <a:ext cx="3492520" cy="2539480"/>
          </a:xfrm>
          <a:prstGeom prst="rect">
            <a:avLst/>
          </a:prstGeom>
        </p:spPr>
      </p:pic>
      <p:grpSp>
        <p:nvGrpSpPr>
          <p:cNvPr id="28" name="Grupo 27">
            <a:extLst>
              <a:ext uri="{FF2B5EF4-FFF2-40B4-BE49-F238E27FC236}">
                <a16:creationId xmlns:a16="http://schemas.microsoft.com/office/drawing/2014/main" id="{9137F311-A29D-515A-8D59-62FD552A34AF}"/>
              </a:ext>
            </a:extLst>
          </p:cNvPr>
          <p:cNvGrpSpPr/>
          <p:nvPr/>
        </p:nvGrpSpPr>
        <p:grpSpPr>
          <a:xfrm>
            <a:off x="0" y="4846320"/>
            <a:ext cx="9144000" cy="297180"/>
            <a:chOff x="0" y="4846320"/>
            <a:chExt cx="9144000" cy="297180"/>
          </a:xfrm>
        </p:grpSpPr>
        <p:sp>
          <p:nvSpPr>
            <p:cNvPr id="29" name="Shape 46">
              <a:extLst>
                <a:ext uri="{FF2B5EF4-FFF2-40B4-BE49-F238E27FC236}">
                  <a16:creationId xmlns:a16="http://schemas.microsoft.com/office/drawing/2014/main" id="{34187F2D-1EB0-A689-A407-08F0CB8C1AD5}"/>
                </a:ext>
              </a:extLst>
            </p:cNvPr>
            <p:cNvSpPr/>
            <p:nvPr/>
          </p:nvSpPr>
          <p:spPr>
            <a:xfrm>
              <a:off x="0" y="4846320"/>
              <a:ext cx="9144000" cy="297180"/>
            </a:xfrm>
            <a:prstGeom prst="rect">
              <a:avLst/>
            </a:prstGeom>
            <a:solidFill>
              <a:srgbClr val="CABCF6"/>
            </a:solidFill>
            <a:ln/>
          </p:spPr>
        </p:sp>
        <p:sp>
          <p:nvSpPr>
            <p:cNvPr id="30" name="Text 48">
              <a:extLst>
                <a:ext uri="{FF2B5EF4-FFF2-40B4-BE49-F238E27FC236}">
                  <a16:creationId xmlns:a16="http://schemas.microsoft.com/office/drawing/2014/main" id="{5B754B14-CD5D-D084-1CFE-DA087CE8BC43}"/>
                </a:ext>
              </a:extLst>
            </p:cNvPr>
            <p:cNvSpPr/>
            <p:nvPr/>
          </p:nvSpPr>
          <p:spPr>
            <a:xfrm>
              <a:off x="6400800" y="4873752"/>
              <a:ext cx="256032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© 2026 Simple Line • Solutions</a:t>
              </a:r>
              <a:endParaRPr lang="en-US" sz="900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pic>
          <p:nvPicPr>
            <p:cNvPr id="31" name="Imagen 30" descr="Icono&#10;&#10;El contenido generado por IA puede ser incorrecto.">
              <a:extLst>
                <a:ext uri="{FF2B5EF4-FFF2-40B4-BE49-F238E27FC236}">
                  <a16:creationId xmlns:a16="http://schemas.microsoft.com/office/drawing/2014/main" id="{060E1E4A-F2EB-9662-BBBB-2847742B793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5410" y="4873752"/>
              <a:ext cx="326381" cy="228376"/>
            </a:xfrm>
            <a:prstGeom prst="rect">
              <a:avLst/>
            </a:prstGeom>
          </p:spPr>
        </p:pic>
      </p:grpSp>
      <p:sp>
        <p:nvSpPr>
          <p:cNvPr id="44" name="CuadroTexto 43">
            <a:extLst>
              <a:ext uri="{FF2B5EF4-FFF2-40B4-BE49-F238E27FC236}">
                <a16:creationId xmlns:a16="http://schemas.microsoft.com/office/drawing/2014/main" id="{A6DDD5DA-A6D0-128C-FE99-32293BE2AFD6}"/>
              </a:ext>
            </a:extLst>
          </p:cNvPr>
          <p:cNvSpPr txBox="1"/>
          <p:nvPr/>
        </p:nvSpPr>
        <p:spPr>
          <a:xfrm>
            <a:off x="7502236" y="632269"/>
            <a:ext cx="1641764" cy="1869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050" i="1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*Las pantallas presentadas ilustran el flujo y la lógica de uso del sistema. </a:t>
            </a:r>
            <a:br>
              <a:rPr lang="es-MX" sz="1050" i="1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</a:br>
            <a:r>
              <a:rPr lang="es-MX" sz="1050" i="1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No representan el diseño visual final - tipografía, colores, estilos y experiencia de usuario serán definidos en una etapa posterior de diseño.</a:t>
            </a:r>
            <a:endParaRPr lang="es-AR" sz="1050" i="1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310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-1371600"/>
            <a:ext cx="5486400" cy="5486400"/>
          </a:xfrm>
          <a:prstGeom prst="ellipse">
            <a:avLst/>
          </a:prstGeom>
          <a:solidFill>
            <a:srgbClr val="7C5CE8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371600"/>
            <a:ext cx="54864" cy="54864"/>
          </a:xfrm>
          <a:prstGeom prst="ellipse">
            <a:avLst/>
          </a:prstGeom>
          <a:solidFill>
            <a:srgbClr val="7C5CE8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223760" y="1371600"/>
            <a:ext cx="54864" cy="54864"/>
          </a:xfrm>
          <a:prstGeom prst="ellipse">
            <a:avLst/>
          </a:prstGeom>
          <a:solidFill>
            <a:srgbClr val="7C5CE8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589520" y="1371600"/>
            <a:ext cx="54864" cy="54864"/>
          </a:xfrm>
          <a:prstGeom prst="ellipse">
            <a:avLst/>
          </a:prstGeom>
          <a:solidFill>
            <a:srgbClr val="7C5CE8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955280" y="1371600"/>
            <a:ext cx="54864" cy="54864"/>
          </a:xfrm>
          <a:prstGeom prst="ellipse">
            <a:avLst/>
          </a:prstGeom>
          <a:solidFill>
            <a:srgbClr val="7C5CE8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321040" y="1371600"/>
            <a:ext cx="54864" cy="54864"/>
          </a:xfrm>
          <a:prstGeom prst="ellipse">
            <a:avLst/>
          </a:prstGeom>
          <a:solidFill>
            <a:srgbClr val="7C5CE8">
              <a:alpha val="3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858000" y="1737360"/>
            <a:ext cx="54864" cy="54864"/>
          </a:xfrm>
          <a:prstGeom prst="ellipse">
            <a:avLst/>
          </a:prstGeom>
          <a:solidFill>
            <a:srgbClr val="7C5CE8">
              <a:alpha val="3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223760" y="1737360"/>
            <a:ext cx="54864" cy="54864"/>
          </a:xfrm>
          <a:prstGeom prst="ellipse">
            <a:avLst/>
          </a:prstGeom>
          <a:solidFill>
            <a:srgbClr val="7C5CE8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589520" y="1737360"/>
            <a:ext cx="54864" cy="54864"/>
          </a:xfrm>
          <a:prstGeom prst="ellipse">
            <a:avLst/>
          </a:prstGeom>
          <a:solidFill>
            <a:srgbClr val="7C5CE8">
              <a:alpha val="3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955280" y="1737360"/>
            <a:ext cx="54864" cy="54864"/>
          </a:xfrm>
          <a:prstGeom prst="ellipse">
            <a:avLst/>
          </a:prstGeom>
          <a:solidFill>
            <a:srgbClr val="7C5CE8">
              <a:alpha val="3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321040" y="1737360"/>
            <a:ext cx="54864" cy="54864"/>
          </a:xfrm>
          <a:prstGeom prst="ellipse">
            <a:avLst/>
          </a:prstGeom>
          <a:solidFill>
            <a:srgbClr val="7C5CE8">
              <a:alpha val="3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0" y="2103120"/>
            <a:ext cx="54864" cy="54864"/>
          </a:xfrm>
          <a:prstGeom prst="ellipse">
            <a:avLst/>
          </a:prstGeom>
          <a:solidFill>
            <a:srgbClr val="7C5CE8">
              <a:alpha val="3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223760" y="2103120"/>
            <a:ext cx="54864" cy="54864"/>
          </a:xfrm>
          <a:prstGeom prst="ellipse">
            <a:avLst/>
          </a:prstGeom>
          <a:solidFill>
            <a:srgbClr val="7C5CE8">
              <a:alpha val="3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589520" y="2103120"/>
            <a:ext cx="54864" cy="54864"/>
          </a:xfrm>
          <a:prstGeom prst="ellipse">
            <a:avLst/>
          </a:prstGeom>
          <a:solidFill>
            <a:srgbClr val="7C5CE8">
              <a:alpha val="3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955280" y="2103120"/>
            <a:ext cx="54864" cy="54864"/>
          </a:xfrm>
          <a:prstGeom prst="ellipse">
            <a:avLst/>
          </a:prstGeom>
          <a:solidFill>
            <a:srgbClr val="7C5CE8">
              <a:alpha val="3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21040" y="2103120"/>
            <a:ext cx="54864" cy="54864"/>
          </a:xfrm>
          <a:prstGeom prst="ellipse">
            <a:avLst/>
          </a:prstGeom>
          <a:solidFill>
            <a:srgbClr val="7C5CE8">
              <a:alpha val="3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468880"/>
            <a:ext cx="54864" cy="54864"/>
          </a:xfrm>
          <a:prstGeom prst="ellipse">
            <a:avLst/>
          </a:prstGeom>
          <a:solidFill>
            <a:srgbClr val="7C5CE8">
              <a:alpha val="3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223760" y="2468880"/>
            <a:ext cx="54864" cy="54864"/>
          </a:xfrm>
          <a:prstGeom prst="ellipse">
            <a:avLst/>
          </a:prstGeom>
          <a:solidFill>
            <a:srgbClr val="7C5CE8">
              <a:alpha val="3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589520" y="2468880"/>
            <a:ext cx="54864" cy="54864"/>
          </a:xfrm>
          <a:prstGeom prst="ellipse">
            <a:avLst/>
          </a:prstGeom>
          <a:solidFill>
            <a:srgbClr val="7C5CE8">
              <a:alpha val="3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0" y="2468880"/>
            <a:ext cx="54864" cy="54864"/>
          </a:xfrm>
          <a:prstGeom prst="ellipse">
            <a:avLst/>
          </a:prstGeom>
          <a:solidFill>
            <a:srgbClr val="7C5CE8">
              <a:alpha val="3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321040" y="2468880"/>
            <a:ext cx="54864" cy="54864"/>
          </a:xfrm>
          <a:prstGeom prst="ellipse">
            <a:avLst/>
          </a:prstGeom>
          <a:solidFill>
            <a:srgbClr val="7C5CE8">
              <a:alpha val="35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i="1" dirty="0">
                <a:solidFill>
                  <a:srgbClr val="FA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¿Tenés un proyecto en mente?</a:t>
            </a:r>
            <a:endParaRPr lang="en-US" sz="3400" dirty="0"/>
          </a:p>
        </p:txBody>
      </p:sp>
      <p:sp>
        <p:nvSpPr>
          <p:cNvPr id="25" name="Text 22"/>
          <p:cNvSpPr/>
          <p:nvPr/>
        </p:nvSpPr>
        <p:spPr>
          <a:xfrm>
            <a:off x="1371600" y="256032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3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Hablemos. Sin </a:t>
            </a:r>
            <a:r>
              <a:rPr lang="en-US" sz="130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compromiso</a:t>
            </a:r>
            <a:r>
              <a:rPr lang="en-US" sz="13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337560" y="421538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✉️  </a:t>
            </a:r>
            <a:r>
              <a:rPr lang="en-US" sz="950" dirty="0" err="1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3"/>
              </a:rPr>
              <a:t>Contactanos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57200" y="48737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simplelinesolutions.com</a:t>
            </a:r>
            <a:endParaRPr lang="en-US" sz="900" dirty="0"/>
          </a:p>
        </p:txBody>
      </p:sp>
      <p:pic>
        <p:nvPicPr>
          <p:cNvPr id="37" name="Imagen 36" descr="Icono&#10;&#10;El contenido generado por IA puede ser incorrecto.">
            <a:extLst>
              <a:ext uri="{FF2B5EF4-FFF2-40B4-BE49-F238E27FC236}">
                <a16:creationId xmlns:a16="http://schemas.microsoft.com/office/drawing/2014/main" id="{AF513963-5938-6FA8-585A-75F18DCE2B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0311" y="0"/>
            <a:ext cx="2797734" cy="1958883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2B5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imple Line">
      <a:dk1>
        <a:srgbClr val="1E1C2E"/>
      </a:dk1>
      <a:lt1>
        <a:srgbClr val="E8E6F0"/>
      </a:lt1>
      <a:dk2>
        <a:srgbClr val="5A5870"/>
      </a:dk2>
      <a:lt2>
        <a:srgbClr val="D0D8EA"/>
      </a:lt2>
      <a:accent1>
        <a:srgbClr val="1B5E5A"/>
      </a:accent1>
      <a:accent2>
        <a:srgbClr val="5B8FC9"/>
      </a:accent2>
      <a:accent3>
        <a:srgbClr val="2A7A75"/>
      </a:accent3>
      <a:accent4>
        <a:srgbClr val="A8C4E0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2717</TotalTime>
  <Words>343</Words>
  <Application>Microsoft Office PowerPoint</Application>
  <PresentationFormat>Presentación en pantalla (16:9)</PresentationFormat>
  <Paragraphs>67</Paragraphs>
  <Slides>7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Georgia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Line Solutions</dc:title>
  <dc:subject>PptxGenJS Presentation</dc:subject>
  <dc:creator>PptxGenJS</dc:creator>
  <cp:lastModifiedBy>Santiago Hadad</cp:lastModifiedBy>
  <cp:revision>2</cp:revision>
  <dcterms:created xsi:type="dcterms:W3CDTF">2026-03-16T17:34:03Z</dcterms:created>
  <dcterms:modified xsi:type="dcterms:W3CDTF">2026-03-18T18:59:04Z</dcterms:modified>
</cp:coreProperties>
</file>